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</p:sldIdLst>
  <p:sldSz cy="5143500" cx="9144000"/>
  <p:notesSz cx="6858000" cy="9144000"/>
  <p:embeddedFontLst>
    <p:embeddedFont>
      <p:font typeface="Inter"/>
      <p:regular r:id="rId44"/>
      <p:bold r:id="rId45"/>
      <p:italic r:id="rId46"/>
      <p:boldItalic r:id="rId47"/>
    </p:embeddedFont>
    <p:embeddedFont>
      <p:font typeface="Urbanist Medium"/>
      <p:regular r:id="rId48"/>
      <p:bold r:id="rId49"/>
      <p:italic r:id="rId50"/>
      <p:boldItalic r:id="rId51"/>
    </p:embeddedFont>
    <p:embeddedFont>
      <p:font typeface="Urbanist SemiBold"/>
      <p:regular r:id="rId52"/>
      <p:bold r:id="rId53"/>
      <p:italic r:id="rId54"/>
      <p:boldItalic r:id="rId55"/>
    </p:embeddedFont>
    <p:embeddedFont>
      <p:font typeface="Urbanis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font" Target="fonts/Inter-regular.fntdata"/><Relationship Id="rId43" Type="http://schemas.openxmlformats.org/officeDocument/2006/relationships/slide" Target="slides/slide38.xml"/><Relationship Id="rId46" Type="http://schemas.openxmlformats.org/officeDocument/2006/relationships/font" Target="fonts/Inter-italic.fntdata"/><Relationship Id="rId45" Type="http://schemas.openxmlformats.org/officeDocument/2006/relationships/font" Target="fonts/Inter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font" Target="fonts/UrbanistMedium-regular.fntdata"/><Relationship Id="rId47" Type="http://schemas.openxmlformats.org/officeDocument/2006/relationships/font" Target="fonts/Inter-boldItalic.fntdata"/><Relationship Id="rId49" Type="http://schemas.openxmlformats.org/officeDocument/2006/relationships/font" Target="fonts/UrbanistMedium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font" Target="fonts/UrbanistMedium-boldItalic.fntdata"/><Relationship Id="rId50" Type="http://schemas.openxmlformats.org/officeDocument/2006/relationships/font" Target="fonts/UrbanistMedium-italic.fntdata"/><Relationship Id="rId53" Type="http://schemas.openxmlformats.org/officeDocument/2006/relationships/font" Target="fonts/UrbanistSemiBold-bold.fntdata"/><Relationship Id="rId52" Type="http://schemas.openxmlformats.org/officeDocument/2006/relationships/font" Target="fonts/UrbanistSemiBold-regular.fntdata"/><Relationship Id="rId11" Type="http://schemas.openxmlformats.org/officeDocument/2006/relationships/slide" Target="slides/slide6.xml"/><Relationship Id="rId55" Type="http://schemas.openxmlformats.org/officeDocument/2006/relationships/font" Target="fonts/UrbanistSemiBold-boldItalic.fntdata"/><Relationship Id="rId10" Type="http://schemas.openxmlformats.org/officeDocument/2006/relationships/slide" Target="slides/slide5.xml"/><Relationship Id="rId54" Type="http://schemas.openxmlformats.org/officeDocument/2006/relationships/font" Target="fonts/UrbanistSemiBold-italic.fntdata"/><Relationship Id="rId13" Type="http://schemas.openxmlformats.org/officeDocument/2006/relationships/slide" Target="slides/slide8.xml"/><Relationship Id="rId57" Type="http://schemas.openxmlformats.org/officeDocument/2006/relationships/font" Target="fonts/Urbanist-bold.fntdata"/><Relationship Id="rId12" Type="http://schemas.openxmlformats.org/officeDocument/2006/relationships/slide" Target="slides/slide7.xml"/><Relationship Id="rId56" Type="http://schemas.openxmlformats.org/officeDocument/2006/relationships/font" Target="fonts/Urbanist-regular.fntdata"/><Relationship Id="rId15" Type="http://schemas.openxmlformats.org/officeDocument/2006/relationships/slide" Target="slides/slide10.xml"/><Relationship Id="rId59" Type="http://schemas.openxmlformats.org/officeDocument/2006/relationships/font" Target="fonts/Urbanist-boldItalic.fntdata"/><Relationship Id="rId14" Type="http://schemas.openxmlformats.org/officeDocument/2006/relationships/slide" Target="slides/slide9.xml"/><Relationship Id="rId58" Type="http://schemas.openxmlformats.org/officeDocument/2006/relationships/font" Target="fonts/Urbanist-italic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967c0d1695_0_14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5" name="Google Shape;435;g3967c0d1695_0_14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3967c0d1695_0_14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g3967c0d1695_0_14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967c0d1695_0_15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3967c0d1695_0_15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3967c0d1695_0_15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3967c0d1695_0_15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967c0d1695_0_15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3967c0d1695_0_15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3967c0d1695_0_14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8" name="Google Shape;468;g3967c0d1695_0_14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3967c0d1695_0_15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6" name="Google Shape;476;g3967c0d1695_0_15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g3d406965311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4" name="Google Shape;484;g3d406965311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3d446b5c55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" name="Google Shape;492;g3d446b5c55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g3d48c7926cb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8" name="Google Shape;498;g3d48c7926cb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d409d628e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d409d628e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3d40696531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3d40696531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3d4069653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9" name="Google Shape;519;g3d4069653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g3d50c418574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5" name="Google Shape;525;g3d50c418574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3d40696531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1" name="Google Shape;531;g3d40696531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g38711025147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8" name="Google Shape;538;g38711025147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g3d42c643f5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2" name="Google Shape;552;g3d42c643f5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3d439679f2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0" name="Google Shape;560;g3d439679f2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6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3d439679f26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8" name="Google Shape;578;g3d439679f26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2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3d50c418574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4" name="Google Shape;584;g3d50c418574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8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g3d5660491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0" name="Google Shape;590;g3d5660491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g3d50c418574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8" name="Google Shape;598;g3d50c418574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d57e62317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4" name="Google Shape;604;g3d57e6231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g3d48c7926cb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3" name="Google Shape;613;g3d48c7926cb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8b63344ac8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38b63344ac8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d48c7926cb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d48c7926cb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3d48c7926cb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3d48c7926cb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3d48c7926cb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3d48c7926cb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g3d48c7926c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3" name="Google Shape;653;g3d48c7926c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3d57e62317f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1" name="Google Shape;661;g3d57e62317f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d5c51044c5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9" name="Google Shape;669;g3d5c51044c5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d5c51044c5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7" name="Google Shape;677;g3d5c51044c5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g3d65db71fd9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9" name="Google Shape;689;g3d65db71fd9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g3d5e56e53f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7" name="Google Shape;697;g3d5e56e53f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g3d5e56e53ff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3" name="Google Shape;713;g3d5e56e53ff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g3d5e56e53ff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3" name="Google Shape;723;g3d5e56e53ff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3d48c7926cb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3d48c7926cb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3967c0d1695_0_14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3967c0d1695_0_14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ALT 1">
  <p:cSld name="BLANK_4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 amt="50000"/>
          </a:blip>
          <a:srcRect b="8145" l="3134" r="7835" t="16786"/>
          <a:stretch/>
        </p:blipFill>
        <p:spPr>
          <a:xfrm flipH="1" rot="10800000">
            <a:off x="0" y="-3474"/>
            <a:ext cx="9161550" cy="5154499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/>
          <p:nvPr/>
        </p:nvSpPr>
        <p:spPr>
          <a:xfrm flipH="1" rot="10800000">
            <a:off x="0" y="4676700"/>
            <a:ext cx="9149700" cy="46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228600" y="1738950"/>
            <a:ext cx="4402800" cy="25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Urbanist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" name="Google Shape;16;p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" name="Google Shape;17;p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" name="Google Shape;18;p2"/>
          <p:cNvSpPr txBox="1"/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19" name="Google Shape;19;p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" name="Google Shape;20;p2"/>
          <p:cNvSpPr txBox="1"/>
          <p:nvPr>
            <p:ph idx="5" type="subTitle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" name="Google Shape;21;p2"/>
          <p:cNvSpPr txBox="1"/>
          <p:nvPr>
            <p:ph idx="6" type="subTitle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" name="Google Shape;22;p2"/>
          <p:cNvSpPr txBox="1"/>
          <p:nvPr>
            <p:ph idx="7" type="subTitle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" name="Google Shape;23;p2"/>
          <p:cNvSpPr txBox="1"/>
          <p:nvPr>
            <p:ph idx="8" type="subTitle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ALT 1">
  <p:cSld name="BLANK_1_1_2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228600" y="395043"/>
            <a:ext cx="6480300" cy="587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8" name="Google Shape;28;p3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" name="Google Shape;29;p3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0" name="Google Shape;30;p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1" name="Google Shape;31;p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32" name="Google Shape;32;p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ur values">
  <p:cSld name="BLANK_1_1_1_1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5" name="Google Shape;35;p4"/>
          <p:cNvSpPr txBox="1"/>
          <p:nvPr>
            <p:ph type="title"/>
          </p:nvPr>
        </p:nvSpPr>
        <p:spPr>
          <a:xfrm>
            <a:off x="228600" y="613525"/>
            <a:ext cx="7223400" cy="422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6" name="Google Shape;36;p4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7" name="Google Shape;37;p4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8" name="Google Shape;38;p4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9" name="Google Shape;39;p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41" name="Google Shape;41;p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2" name="Google Shape;42;p4"/>
          <p:cNvSpPr txBox="1"/>
          <p:nvPr>
            <p:ph idx="5" type="subTitle"/>
          </p:nvPr>
        </p:nvSpPr>
        <p:spPr>
          <a:xfrm>
            <a:off x="254625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3" name="Google Shape;43;p4"/>
          <p:cNvSpPr txBox="1"/>
          <p:nvPr>
            <p:ph idx="6" type="subTitle"/>
          </p:nvPr>
        </p:nvSpPr>
        <p:spPr>
          <a:xfrm>
            <a:off x="3275850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4" name="Google Shape;44;p4"/>
          <p:cNvSpPr txBox="1"/>
          <p:nvPr>
            <p:ph idx="7" type="subTitle"/>
          </p:nvPr>
        </p:nvSpPr>
        <p:spPr>
          <a:xfrm>
            <a:off x="6215463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5" name="Google Shape;45;p4"/>
          <p:cNvSpPr txBox="1"/>
          <p:nvPr>
            <p:ph idx="8" type="body"/>
          </p:nvPr>
        </p:nvSpPr>
        <p:spPr>
          <a:xfrm>
            <a:off x="288575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46" name="Google Shape;46;p4"/>
          <p:cNvSpPr txBox="1"/>
          <p:nvPr>
            <p:ph idx="9" type="body"/>
          </p:nvPr>
        </p:nvSpPr>
        <p:spPr>
          <a:xfrm>
            <a:off x="6121413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3" type="body"/>
          </p:nvPr>
        </p:nvSpPr>
        <p:spPr>
          <a:xfrm>
            <a:off x="3192450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nd image ALT 2">
  <p:cSld name="CUSTOM_3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5"/>
          <p:cNvSpPr/>
          <p:nvPr>
            <p:ph idx="2" type="pic"/>
          </p:nvPr>
        </p:nvSpPr>
        <p:spPr>
          <a:xfrm>
            <a:off x="246150" y="237650"/>
            <a:ext cx="4196400" cy="4438200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5"/>
          <p:cNvSpPr txBox="1"/>
          <p:nvPr>
            <p:ph type="title"/>
          </p:nvPr>
        </p:nvSpPr>
        <p:spPr>
          <a:xfrm>
            <a:off x="4591800" y="304700"/>
            <a:ext cx="3861900" cy="19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51" name="Google Shape;51;p5"/>
          <p:cNvSpPr txBox="1"/>
          <p:nvPr>
            <p:ph idx="3" type="title"/>
          </p:nvPr>
        </p:nvSpPr>
        <p:spPr>
          <a:xfrm>
            <a:off x="4591800" y="738425"/>
            <a:ext cx="4290000" cy="20514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52" name="Google Shape;52;p5"/>
          <p:cNvSpPr txBox="1"/>
          <p:nvPr>
            <p:ph idx="1" type="body"/>
          </p:nvPr>
        </p:nvSpPr>
        <p:spPr>
          <a:xfrm>
            <a:off x="4618950" y="2205375"/>
            <a:ext cx="4290000" cy="16296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53" name="Google Shape;53;p5"/>
          <p:cNvSpPr txBox="1"/>
          <p:nvPr>
            <p:ph idx="4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4" name="Google Shape;54;p5"/>
          <p:cNvSpPr txBox="1"/>
          <p:nvPr>
            <p:ph idx="5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5" name="Google Shape;55;p5"/>
          <p:cNvSpPr txBox="1"/>
          <p:nvPr>
            <p:ph idx="6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6" name="Google Shape;56;p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58" name="Google Shape;58;p5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" name="Google Shape;59;p5"/>
          <p:cNvCxnSpPr/>
          <p:nvPr/>
        </p:nvCxnSpPr>
        <p:spPr>
          <a:xfrm>
            <a:off x="4444600" y="570000"/>
            <a:ext cx="44709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" name="Google Shape;60;p5"/>
          <p:cNvCxnSpPr/>
          <p:nvPr/>
        </p:nvCxnSpPr>
        <p:spPr>
          <a:xfrm>
            <a:off x="4442500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" name="Google Shape;61;p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1">
  <p:cSld name="BLANK_1_1_1_1_3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6"/>
          <p:cNvSpPr txBox="1"/>
          <p:nvPr>
            <p:ph type="title"/>
          </p:nvPr>
        </p:nvSpPr>
        <p:spPr>
          <a:xfrm>
            <a:off x="228600" y="613525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4" name="Google Shape;64;p6"/>
          <p:cNvSpPr/>
          <p:nvPr>
            <p:ph idx="2" type="pic"/>
          </p:nvPr>
        </p:nvSpPr>
        <p:spPr>
          <a:xfrm>
            <a:off x="4523050" y="7379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p6"/>
          <p:cNvSpPr/>
          <p:nvPr>
            <p:ph idx="3" type="pic"/>
          </p:nvPr>
        </p:nvSpPr>
        <p:spPr>
          <a:xfrm>
            <a:off x="6752100" y="7377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6"/>
          <p:cNvSpPr/>
          <p:nvPr>
            <p:ph idx="4" type="pic"/>
          </p:nvPr>
        </p:nvSpPr>
        <p:spPr>
          <a:xfrm>
            <a:off x="4523050" y="2158000"/>
            <a:ext cx="4394100" cy="2282700"/>
          </a:xfrm>
          <a:prstGeom prst="roundRect">
            <a:avLst>
              <a:gd fmla="val 6108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6"/>
          <p:cNvSpPr txBox="1"/>
          <p:nvPr>
            <p:ph idx="1" type="body"/>
          </p:nvPr>
        </p:nvSpPr>
        <p:spPr>
          <a:xfrm>
            <a:off x="233850" y="3127075"/>
            <a:ext cx="2920800" cy="1313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68" name="Google Shape;68;p6"/>
          <p:cNvSpPr txBox="1"/>
          <p:nvPr>
            <p:ph idx="5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9" name="Google Shape;69;p6"/>
          <p:cNvSpPr txBox="1"/>
          <p:nvPr>
            <p:ph idx="6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0" name="Google Shape;70;p6"/>
          <p:cNvSpPr txBox="1"/>
          <p:nvPr>
            <p:ph idx="7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1" name="Google Shape;71;p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2" name="Google Shape;72;p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3" name="Google Shape;73;p6"/>
          <p:cNvSpPr txBox="1"/>
          <p:nvPr>
            <p:ph idx="8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74" name="Google Shape;74;p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ALT 1">
  <p:cSld name="BLANK_1_1_1_1_2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7"/>
          <p:cNvPicPr preferRelativeResize="0"/>
          <p:nvPr/>
        </p:nvPicPr>
        <p:blipFill rotWithShape="1">
          <a:blip r:embed="rId2">
            <a:alphaModFix amt="60000"/>
          </a:blip>
          <a:srcRect b="14588" l="0" r="15469" t="0"/>
          <a:stretch/>
        </p:blipFill>
        <p:spPr>
          <a:xfrm>
            <a:off x="25" y="1172500"/>
            <a:ext cx="5181349" cy="349325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7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8" name="Google Shape;78;p7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9" name="Google Shape;79;p7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80" name="Google Shape;80;p7"/>
          <p:cNvSpPr txBox="1"/>
          <p:nvPr>
            <p:ph type="title"/>
          </p:nvPr>
        </p:nvSpPr>
        <p:spPr>
          <a:xfrm>
            <a:off x="277500" y="228600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81" name="Google Shape;81;p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2" name="Google Shape;82;p7"/>
          <p:cNvSpPr txBox="1"/>
          <p:nvPr>
            <p:ph idx="4" type="subTitle"/>
          </p:nvPr>
        </p:nvSpPr>
        <p:spPr>
          <a:xfrm>
            <a:off x="4744575" y="387150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3" name="Google Shape;83;p7"/>
          <p:cNvSpPr txBox="1"/>
          <p:nvPr>
            <p:ph idx="5" type="subTitle"/>
          </p:nvPr>
        </p:nvSpPr>
        <p:spPr>
          <a:xfrm>
            <a:off x="4744575" y="1066588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4" name="Google Shape;84;p7"/>
          <p:cNvSpPr txBox="1"/>
          <p:nvPr>
            <p:ph idx="6" type="subTitle"/>
          </p:nvPr>
        </p:nvSpPr>
        <p:spPr>
          <a:xfrm>
            <a:off x="4744575" y="1742700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5" name="Google Shape;85;p7"/>
          <p:cNvSpPr txBox="1"/>
          <p:nvPr>
            <p:ph idx="7" type="subTitle"/>
          </p:nvPr>
        </p:nvSpPr>
        <p:spPr>
          <a:xfrm>
            <a:off x="4744575" y="2420513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6" name="Google Shape;86;p7"/>
          <p:cNvSpPr txBox="1"/>
          <p:nvPr>
            <p:ph idx="8" type="subTitle"/>
          </p:nvPr>
        </p:nvSpPr>
        <p:spPr>
          <a:xfrm>
            <a:off x="4744575" y="3098275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7" name="Google Shape;87;p7"/>
          <p:cNvSpPr txBox="1"/>
          <p:nvPr>
            <p:ph idx="9" type="subTitle"/>
          </p:nvPr>
        </p:nvSpPr>
        <p:spPr>
          <a:xfrm>
            <a:off x="4744575" y="3776075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8" name="Google Shape;88;p7"/>
          <p:cNvSpPr txBox="1"/>
          <p:nvPr>
            <p:ph idx="13" type="subTitle"/>
          </p:nvPr>
        </p:nvSpPr>
        <p:spPr>
          <a:xfrm>
            <a:off x="5067075" y="38715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9" name="Google Shape;89;p7"/>
          <p:cNvSpPr txBox="1"/>
          <p:nvPr>
            <p:ph idx="14" type="subTitle"/>
          </p:nvPr>
        </p:nvSpPr>
        <p:spPr>
          <a:xfrm>
            <a:off x="5067075" y="106158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7"/>
          <p:cNvSpPr txBox="1"/>
          <p:nvPr>
            <p:ph idx="15" type="subTitle"/>
          </p:nvPr>
        </p:nvSpPr>
        <p:spPr>
          <a:xfrm>
            <a:off x="5067075" y="173935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1" name="Google Shape;91;p7"/>
          <p:cNvSpPr txBox="1"/>
          <p:nvPr>
            <p:ph idx="16" type="subTitle"/>
          </p:nvPr>
        </p:nvSpPr>
        <p:spPr>
          <a:xfrm>
            <a:off x="5067075" y="242410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2" name="Google Shape;92;p7"/>
          <p:cNvSpPr txBox="1"/>
          <p:nvPr>
            <p:ph idx="17" type="subTitle"/>
          </p:nvPr>
        </p:nvSpPr>
        <p:spPr>
          <a:xfrm>
            <a:off x="5067075" y="309493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3" name="Google Shape;93;p7"/>
          <p:cNvSpPr txBox="1"/>
          <p:nvPr>
            <p:ph idx="18" type="subTitle"/>
          </p:nvPr>
        </p:nvSpPr>
        <p:spPr>
          <a:xfrm>
            <a:off x="5067075" y="376578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4" name="Google Shape;94;p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5" name="Google Shape;95;p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s">
  <p:cSld name="BLANK_1_1_1_1_2_1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8"/>
          <p:cNvSpPr/>
          <p:nvPr>
            <p:ph idx="2" type="pic"/>
          </p:nvPr>
        </p:nvSpPr>
        <p:spPr>
          <a:xfrm>
            <a:off x="46189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98" name="Google Shape;98;p8"/>
          <p:cNvSpPr txBox="1"/>
          <p:nvPr>
            <p:ph idx="1" type="subTitle"/>
          </p:nvPr>
        </p:nvSpPr>
        <p:spPr>
          <a:xfrm>
            <a:off x="4619000" y="1702322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99" name="Google Shape;99;p8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0" name="Google Shape;100;p8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1" name="Google Shape;101;p8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2" name="Google Shape;102;p8"/>
          <p:cNvSpPr txBox="1"/>
          <p:nvPr>
            <p:ph type="title"/>
          </p:nvPr>
        </p:nvSpPr>
        <p:spPr>
          <a:xfrm>
            <a:off x="228600" y="234750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03" name="Google Shape;103;p8"/>
          <p:cNvSpPr txBox="1"/>
          <p:nvPr>
            <p:ph idx="6" type="subTitle"/>
          </p:nvPr>
        </p:nvSpPr>
        <p:spPr>
          <a:xfrm>
            <a:off x="461900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4" name="Google Shape;104;p8"/>
          <p:cNvSpPr/>
          <p:nvPr>
            <p:ph idx="7" type="pic"/>
          </p:nvPr>
        </p:nvSpPr>
        <p:spPr>
          <a:xfrm>
            <a:off x="608070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05" name="Google Shape;105;p8"/>
          <p:cNvSpPr txBox="1"/>
          <p:nvPr>
            <p:ph idx="8" type="subTitle"/>
          </p:nvPr>
        </p:nvSpPr>
        <p:spPr>
          <a:xfrm>
            <a:off x="6080750" y="1702321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6" name="Google Shape;106;p8"/>
          <p:cNvSpPr txBox="1"/>
          <p:nvPr>
            <p:ph idx="9" type="subTitle"/>
          </p:nvPr>
        </p:nvSpPr>
        <p:spPr>
          <a:xfrm>
            <a:off x="608075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7" name="Google Shape;107;p8"/>
          <p:cNvSpPr/>
          <p:nvPr>
            <p:ph idx="13" type="pic"/>
          </p:nvPr>
        </p:nvSpPr>
        <p:spPr>
          <a:xfrm>
            <a:off x="75424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08" name="Google Shape;108;p8"/>
          <p:cNvSpPr txBox="1"/>
          <p:nvPr>
            <p:ph idx="14" type="subTitle"/>
          </p:nvPr>
        </p:nvSpPr>
        <p:spPr>
          <a:xfrm>
            <a:off x="7542500" y="1702321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9" name="Google Shape;109;p8"/>
          <p:cNvSpPr txBox="1"/>
          <p:nvPr>
            <p:ph idx="15" type="subTitle"/>
          </p:nvPr>
        </p:nvSpPr>
        <p:spPr>
          <a:xfrm>
            <a:off x="754250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0" name="Google Shape;110;p8"/>
          <p:cNvSpPr/>
          <p:nvPr>
            <p:ph idx="16" type="pic"/>
          </p:nvPr>
        </p:nvSpPr>
        <p:spPr>
          <a:xfrm>
            <a:off x="46189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1" name="Google Shape;111;p8"/>
          <p:cNvSpPr txBox="1"/>
          <p:nvPr>
            <p:ph idx="17" type="subTitle"/>
          </p:nvPr>
        </p:nvSpPr>
        <p:spPr>
          <a:xfrm>
            <a:off x="4619000" y="3769446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2" name="Google Shape;112;p8"/>
          <p:cNvSpPr txBox="1"/>
          <p:nvPr>
            <p:ph idx="18" type="subTitle"/>
          </p:nvPr>
        </p:nvSpPr>
        <p:spPr>
          <a:xfrm>
            <a:off x="461900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3" name="Google Shape;113;p8"/>
          <p:cNvSpPr/>
          <p:nvPr>
            <p:ph idx="19" type="pic"/>
          </p:nvPr>
        </p:nvSpPr>
        <p:spPr>
          <a:xfrm>
            <a:off x="608070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4" name="Google Shape;114;p8"/>
          <p:cNvSpPr txBox="1"/>
          <p:nvPr>
            <p:ph idx="20" type="subTitle"/>
          </p:nvPr>
        </p:nvSpPr>
        <p:spPr>
          <a:xfrm>
            <a:off x="6080750" y="3769447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5" name="Google Shape;115;p8"/>
          <p:cNvSpPr txBox="1"/>
          <p:nvPr>
            <p:ph idx="21" type="subTitle"/>
          </p:nvPr>
        </p:nvSpPr>
        <p:spPr>
          <a:xfrm>
            <a:off x="608075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6" name="Google Shape;116;p8"/>
          <p:cNvSpPr/>
          <p:nvPr>
            <p:ph idx="22" type="pic"/>
          </p:nvPr>
        </p:nvSpPr>
        <p:spPr>
          <a:xfrm>
            <a:off x="75424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7" name="Google Shape;117;p8"/>
          <p:cNvSpPr txBox="1"/>
          <p:nvPr>
            <p:ph idx="23" type="subTitle"/>
          </p:nvPr>
        </p:nvSpPr>
        <p:spPr>
          <a:xfrm>
            <a:off x="7542500" y="3769446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8" name="Google Shape;118;p8"/>
          <p:cNvSpPr txBox="1"/>
          <p:nvPr>
            <p:ph idx="24" type="subTitle"/>
          </p:nvPr>
        </p:nvSpPr>
        <p:spPr>
          <a:xfrm>
            <a:off x="754250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cxnSp>
        <p:nvCxnSpPr>
          <p:cNvPr id="119" name="Google Shape;119;p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0" name="Google Shape;120;p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1" name="Google Shape;121;p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LT 2">
  <p:cSld name="BLANK_1_1_1_1_1_1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9"/>
          <p:cNvSpPr/>
          <p:nvPr>
            <p:ph idx="2" type="pic"/>
          </p:nvPr>
        </p:nvSpPr>
        <p:spPr>
          <a:xfrm>
            <a:off x="9425" y="-3075"/>
            <a:ext cx="9144000" cy="4641000"/>
          </a:xfrm>
          <a:prstGeom prst="rect">
            <a:avLst/>
          </a:prstGeom>
          <a:noFill/>
          <a:ln>
            <a:noFill/>
          </a:ln>
        </p:spPr>
      </p:sp>
      <p:sp>
        <p:nvSpPr>
          <p:cNvPr id="124" name="Google Shape;124;p9"/>
          <p:cNvSpPr txBox="1"/>
          <p:nvPr>
            <p:ph type="title"/>
          </p:nvPr>
        </p:nvSpPr>
        <p:spPr>
          <a:xfrm>
            <a:off x="234125" y="3337800"/>
            <a:ext cx="8574600" cy="11148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125" name="Google Shape;125;p9"/>
          <p:cNvSpPr txBox="1"/>
          <p:nvPr>
            <p:ph idx="1" type="subTitle"/>
          </p:nvPr>
        </p:nvSpPr>
        <p:spPr>
          <a:xfrm>
            <a:off x="228600" y="228600"/>
            <a:ext cx="28701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6" name="Google Shape;126;p9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7" name="Google Shape;127;p9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8" name="Google Shape;128;p9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29" name="Google Shape;129;p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0" name="Google Shape;130;p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1" name="Google Shape;131;p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rds w/ images">
  <p:cSld name="BLANK_1_1_1_1_1_1_1_1_1_1_3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0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4" name="Google Shape;134;p10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5" name="Google Shape;135;p10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grpSp>
        <p:nvGrpSpPr>
          <p:cNvPr id="136" name="Google Shape;136;p10"/>
          <p:cNvGrpSpPr/>
          <p:nvPr/>
        </p:nvGrpSpPr>
        <p:grpSpPr>
          <a:xfrm rot="5400000">
            <a:off x="8691475" y="228504"/>
            <a:ext cx="228589" cy="228623"/>
            <a:chOff x="1688332" y="4135245"/>
            <a:chExt cx="338700" cy="338700"/>
          </a:xfrm>
        </p:grpSpPr>
        <p:sp>
          <p:nvSpPr>
            <p:cNvPr id="137" name="Google Shape;137;p10"/>
            <p:cNvSpPr/>
            <p:nvPr/>
          </p:nvSpPr>
          <p:spPr>
            <a:xfrm rot="-5400000">
              <a:off x="1688332" y="4135245"/>
              <a:ext cx="338700" cy="33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138" name="Google Shape;138;p10"/>
            <p:cNvGrpSpPr/>
            <p:nvPr/>
          </p:nvGrpSpPr>
          <p:grpSpPr>
            <a:xfrm rot="-5400000">
              <a:off x="1787014" y="4262191"/>
              <a:ext cx="169598" cy="84809"/>
              <a:chOff x="498725" y="2069800"/>
              <a:chExt cx="205200" cy="102600"/>
            </a:xfrm>
          </p:grpSpPr>
          <p:cxnSp>
            <p:nvCxnSpPr>
              <p:cNvPr id="139" name="Google Shape;139;p10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140" name="Google Shape;140;p10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sp>
        <p:nvSpPr>
          <p:cNvPr id="141" name="Google Shape;141;p10"/>
          <p:cNvSpPr/>
          <p:nvPr>
            <p:ph idx="4" type="pic"/>
          </p:nvPr>
        </p:nvSpPr>
        <p:spPr>
          <a:xfrm>
            <a:off x="4267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42" name="Google Shape;142;p10"/>
          <p:cNvSpPr txBox="1"/>
          <p:nvPr>
            <p:ph idx="5" type="subTitle"/>
          </p:nvPr>
        </p:nvSpPr>
        <p:spPr>
          <a:xfrm>
            <a:off x="426700" y="2708802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3" name="Google Shape;143;p10"/>
          <p:cNvSpPr txBox="1"/>
          <p:nvPr>
            <p:ph idx="6" type="subTitle"/>
          </p:nvPr>
        </p:nvSpPr>
        <p:spPr>
          <a:xfrm>
            <a:off x="4267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4" name="Google Shape;144;p10"/>
          <p:cNvSpPr txBox="1"/>
          <p:nvPr>
            <p:ph idx="7" type="body"/>
          </p:nvPr>
        </p:nvSpPr>
        <p:spPr>
          <a:xfrm>
            <a:off x="4267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45" name="Google Shape;145;p10"/>
          <p:cNvSpPr/>
          <p:nvPr>
            <p:ph idx="8" type="pic"/>
          </p:nvPr>
        </p:nvSpPr>
        <p:spPr>
          <a:xfrm>
            <a:off x="26218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46" name="Google Shape;146;p10"/>
          <p:cNvSpPr txBox="1"/>
          <p:nvPr>
            <p:ph idx="9" type="subTitle"/>
          </p:nvPr>
        </p:nvSpPr>
        <p:spPr>
          <a:xfrm>
            <a:off x="26218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7" name="Google Shape;147;p10"/>
          <p:cNvSpPr txBox="1"/>
          <p:nvPr>
            <p:ph idx="13" type="subTitle"/>
          </p:nvPr>
        </p:nvSpPr>
        <p:spPr>
          <a:xfrm>
            <a:off x="2621800" y="2936075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8" name="Google Shape;148;p10"/>
          <p:cNvSpPr txBox="1"/>
          <p:nvPr>
            <p:ph idx="14" type="body"/>
          </p:nvPr>
        </p:nvSpPr>
        <p:spPr>
          <a:xfrm>
            <a:off x="2621800" y="3251425"/>
            <a:ext cx="17058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49" name="Google Shape;149;p10"/>
          <p:cNvSpPr/>
          <p:nvPr>
            <p:ph idx="15" type="pic"/>
          </p:nvPr>
        </p:nvSpPr>
        <p:spPr>
          <a:xfrm>
            <a:off x="48169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50" name="Google Shape;150;p10"/>
          <p:cNvSpPr txBox="1"/>
          <p:nvPr>
            <p:ph idx="16" type="subTitle"/>
          </p:nvPr>
        </p:nvSpPr>
        <p:spPr>
          <a:xfrm>
            <a:off x="4816900" y="2708808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1" name="Google Shape;151;p10"/>
          <p:cNvSpPr txBox="1"/>
          <p:nvPr>
            <p:ph idx="17" type="subTitle"/>
          </p:nvPr>
        </p:nvSpPr>
        <p:spPr>
          <a:xfrm>
            <a:off x="48169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2" name="Google Shape;152;p10"/>
          <p:cNvSpPr txBox="1"/>
          <p:nvPr>
            <p:ph idx="18" type="body"/>
          </p:nvPr>
        </p:nvSpPr>
        <p:spPr>
          <a:xfrm>
            <a:off x="4817025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53" name="Google Shape;153;p10"/>
          <p:cNvSpPr/>
          <p:nvPr>
            <p:ph idx="19" type="pic"/>
          </p:nvPr>
        </p:nvSpPr>
        <p:spPr>
          <a:xfrm>
            <a:off x="70120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54" name="Google Shape;154;p10"/>
          <p:cNvSpPr txBox="1"/>
          <p:nvPr>
            <p:ph idx="20" type="subTitle"/>
          </p:nvPr>
        </p:nvSpPr>
        <p:spPr>
          <a:xfrm>
            <a:off x="70120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5" name="Google Shape;155;p10"/>
          <p:cNvSpPr txBox="1"/>
          <p:nvPr>
            <p:ph idx="21" type="subTitle"/>
          </p:nvPr>
        </p:nvSpPr>
        <p:spPr>
          <a:xfrm>
            <a:off x="70120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6" name="Google Shape;156;p10"/>
          <p:cNvSpPr txBox="1"/>
          <p:nvPr>
            <p:ph idx="22" type="body"/>
          </p:nvPr>
        </p:nvSpPr>
        <p:spPr>
          <a:xfrm>
            <a:off x="70120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cxnSp>
        <p:nvCxnSpPr>
          <p:cNvPr id="157" name="Google Shape;157;p10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8" name="Google Shape;158;p10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9" name="Google Shape;159;p10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hort big title and body">
  <p:cSld name="BLANK_1_1_1_1_1_1_1_1_1_1_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Oval black shapes against a shadowy background. " id="161" name="Google Shape;161;p11"/>
          <p:cNvPicPr preferRelativeResize="0"/>
          <p:nvPr/>
        </p:nvPicPr>
        <p:blipFill rotWithShape="1">
          <a:blip r:embed="rId2">
            <a:alphaModFix/>
          </a:blip>
          <a:srcRect b="42245" l="17241" r="25039" t="35"/>
          <a:stretch/>
        </p:blipFill>
        <p:spPr>
          <a:xfrm>
            <a:off x="0" y="-289"/>
            <a:ext cx="9144000" cy="5144100"/>
          </a:xfrm>
          <a:prstGeom prst="roundRect">
            <a:avLst>
              <a:gd fmla="val 0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62" name="Google Shape;162;p11"/>
          <p:cNvSpPr txBox="1"/>
          <p:nvPr>
            <p:ph idx="1" type="subTitle"/>
          </p:nvPr>
        </p:nvSpPr>
        <p:spPr>
          <a:xfrm>
            <a:off x="4314775" y="3818375"/>
            <a:ext cx="4230600" cy="452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63" name="Google Shape;163;p11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4" name="Google Shape;164;p11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5" name="Google Shape;165;p11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6" name="Google Shape;166;p11"/>
          <p:cNvSpPr txBox="1"/>
          <p:nvPr>
            <p:ph type="title"/>
          </p:nvPr>
        </p:nvSpPr>
        <p:spPr>
          <a:xfrm>
            <a:off x="228600" y="290448"/>
            <a:ext cx="3655800" cy="24075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167" name="Google Shape;167;p11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8" name="Google Shape;168;p11"/>
          <p:cNvCxnSpPr/>
          <p:nvPr/>
        </p:nvCxnSpPr>
        <p:spPr>
          <a:xfrm>
            <a:off x="4159025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9" name="Google Shape;169;p11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0" name="Google Shape;170;p11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1" name="Google Shape;171;p11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2">
  <p:cSld name="BLANK_1_1_1_1_1_1_1_1_1_1_1_1_2"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indent="-317500" lvl="2" marL="13716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3pPr>
            <a:lvl4pPr indent="-317500" lvl="3" marL="18288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4pPr>
            <a:lvl5pPr indent="-317500" lvl="4" marL="22860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5pPr>
            <a:lvl6pPr indent="-317500" lvl="5" marL="27432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6pPr>
            <a:lvl7pPr indent="-317500" lvl="6" marL="32004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7pPr>
            <a:lvl8pPr indent="-317500" lvl="7" marL="36576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8pPr>
            <a:lvl9pPr indent="-317500" lvl="8" marL="4114800">
              <a:spcBef>
                <a:spcPts val="800"/>
              </a:spcBef>
              <a:spcAft>
                <a:spcPts val="800"/>
              </a:spcAft>
              <a:buSzPts val="1400"/>
              <a:buChar char="■"/>
              <a:defRPr sz="1400"/>
            </a:lvl9pPr>
          </a:lstStyle>
          <a:p/>
        </p:txBody>
      </p:sp>
      <p:sp>
        <p:nvSpPr>
          <p:cNvPr id="174" name="Google Shape;174;p12"/>
          <p:cNvSpPr/>
          <p:nvPr>
            <p:ph idx="2" type="pic"/>
          </p:nvPr>
        </p:nvSpPr>
        <p:spPr>
          <a:xfrm>
            <a:off x="5342000" y="457200"/>
            <a:ext cx="3573300" cy="3995400"/>
          </a:xfrm>
          <a:prstGeom prst="roundRect">
            <a:avLst>
              <a:gd fmla="val 6865" name="adj"/>
            </a:avLst>
          </a:prstGeom>
          <a:noFill/>
          <a:ln>
            <a:noFill/>
          </a:ln>
        </p:spPr>
      </p:sp>
      <p:sp>
        <p:nvSpPr>
          <p:cNvPr id="175" name="Google Shape;175;p12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6" name="Google Shape;176;p12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7" name="Google Shape;177;p12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8" name="Google Shape;178;p12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9" name="Google Shape;179;p12"/>
          <p:cNvSpPr txBox="1"/>
          <p:nvPr>
            <p:ph type="title"/>
          </p:nvPr>
        </p:nvSpPr>
        <p:spPr>
          <a:xfrm>
            <a:off x="228600" y="613525"/>
            <a:ext cx="42966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/>
        </p:txBody>
      </p:sp>
      <p:cxnSp>
        <p:nvCxnSpPr>
          <p:cNvPr id="180" name="Google Shape;180;p1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1" name="Google Shape;181;p1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2" name="Google Shape;182;p1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cards">
  <p:cSld name="CUSTOM_1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3"/>
          <p:cNvSpPr txBox="1"/>
          <p:nvPr>
            <p:ph type="title"/>
          </p:nvPr>
        </p:nvSpPr>
        <p:spPr>
          <a:xfrm>
            <a:off x="3386700" y="489887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85" name="Google Shape;185;p13"/>
          <p:cNvSpPr txBox="1"/>
          <p:nvPr>
            <p:ph idx="1" type="subTitle"/>
          </p:nvPr>
        </p:nvSpPr>
        <p:spPr>
          <a:xfrm>
            <a:off x="3386700" y="690369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6" name="Google Shape;186;p13"/>
          <p:cNvSpPr txBox="1"/>
          <p:nvPr>
            <p:ph idx="2" type="subTitle"/>
          </p:nvPr>
        </p:nvSpPr>
        <p:spPr>
          <a:xfrm>
            <a:off x="3386700" y="1070875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7" name="Google Shape;187;p13"/>
          <p:cNvSpPr txBox="1"/>
          <p:nvPr>
            <p:ph idx="3" type="title"/>
          </p:nvPr>
        </p:nvSpPr>
        <p:spPr>
          <a:xfrm>
            <a:off x="6307650" y="482616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88" name="Google Shape;188;p13"/>
          <p:cNvSpPr txBox="1"/>
          <p:nvPr>
            <p:ph idx="4" type="subTitle"/>
          </p:nvPr>
        </p:nvSpPr>
        <p:spPr>
          <a:xfrm>
            <a:off x="6307650" y="690369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9" name="Google Shape;189;p13"/>
          <p:cNvSpPr txBox="1"/>
          <p:nvPr>
            <p:ph idx="5" type="subTitle"/>
          </p:nvPr>
        </p:nvSpPr>
        <p:spPr>
          <a:xfrm>
            <a:off x="6307650" y="1070875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0" name="Google Shape;190;p13"/>
          <p:cNvSpPr txBox="1"/>
          <p:nvPr>
            <p:ph idx="6"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91" name="Google Shape;191;p13"/>
          <p:cNvSpPr txBox="1"/>
          <p:nvPr>
            <p:ph idx="7" type="subTitle"/>
          </p:nvPr>
        </p:nvSpPr>
        <p:spPr>
          <a:xfrm>
            <a:off x="3482800" y="4057204"/>
            <a:ext cx="10761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2" name="Google Shape;192;p13"/>
          <p:cNvSpPr txBox="1"/>
          <p:nvPr>
            <p:ph idx="8" type="subTitle"/>
          </p:nvPr>
        </p:nvSpPr>
        <p:spPr>
          <a:xfrm>
            <a:off x="6405300" y="4057079"/>
            <a:ext cx="10761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3" name="Google Shape;193;p13"/>
          <p:cNvSpPr txBox="1"/>
          <p:nvPr>
            <p:ph idx="9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94" name="Google Shape;194;p13"/>
          <p:cNvSpPr txBox="1"/>
          <p:nvPr>
            <p:ph idx="1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95" name="Google Shape;195;p13"/>
          <p:cNvSpPr txBox="1"/>
          <p:nvPr>
            <p:ph idx="1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96" name="Google Shape;196;p1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97" name="Google Shape;197;p13"/>
          <p:cNvGrpSpPr/>
          <p:nvPr/>
        </p:nvGrpSpPr>
        <p:grpSpPr>
          <a:xfrm rot="-5400000">
            <a:off x="4794488" y="4206993"/>
            <a:ext cx="141588" cy="73485"/>
            <a:chOff x="498725" y="2069800"/>
            <a:chExt cx="205200" cy="106500"/>
          </a:xfrm>
        </p:grpSpPr>
        <p:cxnSp>
          <p:nvCxnSpPr>
            <p:cNvPr id="198" name="Google Shape;198;p13"/>
            <p:cNvCxnSpPr/>
            <p:nvPr/>
          </p:nvCxnSpPr>
          <p:spPr>
            <a:xfrm flipH="1" rot="-5400000">
              <a:off x="498725" y="2069800"/>
              <a:ext cx="103500" cy="1035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99" name="Google Shape;199;p13"/>
            <p:cNvCxnSpPr/>
            <p:nvPr/>
          </p:nvCxnSpPr>
          <p:spPr>
            <a:xfrm rot="5400000">
              <a:off x="596825" y="2069200"/>
              <a:ext cx="106500" cy="1077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00" name="Google Shape;200;p1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01" name="Google Shape;201;p1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cards">
  <p:cSld name="CUSTOM_1_1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4"/>
          <p:cNvSpPr txBox="1"/>
          <p:nvPr>
            <p:ph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204" name="Google Shape;204;p14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05" name="Google Shape;205;p14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06" name="Google Shape;206;p14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07" name="Google Shape;207;p1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8" name="Google Shape;208;p14"/>
          <p:cNvSpPr txBox="1"/>
          <p:nvPr>
            <p:ph idx="4" type="title"/>
          </p:nvPr>
        </p:nvSpPr>
        <p:spPr>
          <a:xfrm>
            <a:off x="3379125" y="49110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09" name="Google Shape;209;p14"/>
          <p:cNvSpPr txBox="1"/>
          <p:nvPr>
            <p:ph idx="5" type="subTitle"/>
          </p:nvPr>
        </p:nvSpPr>
        <p:spPr>
          <a:xfrm>
            <a:off x="3379125" y="691577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0" name="Google Shape;210;p14"/>
          <p:cNvSpPr txBox="1"/>
          <p:nvPr>
            <p:ph idx="6" type="subTitle"/>
          </p:nvPr>
        </p:nvSpPr>
        <p:spPr>
          <a:xfrm>
            <a:off x="3379123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1" name="Google Shape;211;p14"/>
          <p:cNvSpPr txBox="1"/>
          <p:nvPr>
            <p:ph idx="7" type="title"/>
          </p:nvPr>
        </p:nvSpPr>
        <p:spPr>
          <a:xfrm>
            <a:off x="6318039" y="49110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12" name="Google Shape;212;p14"/>
          <p:cNvSpPr txBox="1"/>
          <p:nvPr>
            <p:ph idx="8" type="subTitle"/>
          </p:nvPr>
        </p:nvSpPr>
        <p:spPr>
          <a:xfrm>
            <a:off x="6318039" y="691577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3" name="Google Shape;213;p14"/>
          <p:cNvSpPr txBox="1"/>
          <p:nvPr>
            <p:ph idx="9" type="subTitle"/>
          </p:nvPr>
        </p:nvSpPr>
        <p:spPr>
          <a:xfrm>
            <a:off x="6318036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4" name="Google Shape;214;p14"/>
          <p:cNvSpPr txBox="1"/>
          <p:nvPr>
            <p:ph idx="13" type="title"/>
          </p:nvPr>
        </p:nvSpPr>
        <p:spPr>
          <a:xfrm>
            <a:off x="6318039" y="265574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15" name="Google Shape;215;p14"/>
          <p:cNvSpPr txBox="1"/>
          <p:nvPr>
            <p:ph idx="14" type="subTitle"/>
          </p:nvPr>
        </p:nvSpPr>
        <p:spPr>
          <a:xfrm>
            <a:off x="6318039" y="2856216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6" name="Google Shape;216;p14"/>
          <p:cNvSpPr txBox="1"/>
          <p:nvPr>
            <p:ph idx="15" type="subTitle"/>
          </p:nvPr>
        </p:nvSpPr>
        <p:spPr>
          <a:xfrm>
            <a:off x="6318036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7" name="Google Shape;217;p14"/>
          <p:cNvSpPr txBox="1"/>
          <p:nvPr>
            <p:ph idx="16" type="title"/>
          </p:nvPr>
        </p:nvSpPr>
        <p:spPr>
          <a:xfrm>
            <a:off x="3379125" y="265574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18" name="Google Shape;218;p14"/>
          <p:cNvSpPr txBox="1"/>
          <p:nvPr>
            <p:ph idx="17" type="subTitle"/>
          </p:nvPr>
        </p:nvSpPr>
        <p:spPr>
          <a:xfrm>
            <a:off x="3379125" y="2856216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9" name="Google Shape;219;p14"/>
          <p:cNvSpPr txBox="1"/>
          <p:nvPr>
            <p:ph idx="18" type="subTitle"/>
          </p:nvPr>
        </p:nvSpPr>
        <p:spPr>
          <a:xfrm>
            <a:off x="3379123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0" name="Google Shape;220;p1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21" name="Google Shape;221;p1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">
  <p:cSld name="CUSTOM_7_1_1_1_1_1_1_1_1_1_1_1_1_1_1_1_1_1"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15"/>
          <p:cNvPicPr preferRelativeResize="0"/>
          <p:nvPr/>
        </p:nvPicPr>
        <p:blipFill rotWithShape="1">
          <a:blip r:embed="rId2">
            <a:alphaModFix/>
          </a:blip>
          <a:srcRect b="14588" l="0" r="15469" t="0"/>
          <a:stretch/>
        </p:blipFill>
        <p:spPr>
          <a:xfrm flipH="1">
            <a:off x="4571999" y="2061075"/>
            <a:ext cx="4572001" cy="30824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1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5" name="Google Shape;225;p15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6" name="Google Shape;226;p15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7" name="Google Shape;227;p15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8" name="Google Shape;228;p15"/>
          <p:cNvSpPr txBox="1"/>
          <p:nvPr>
            <p:ph idx="4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9" name="Google Shape;229;p15"/>
          <p:cNvSpPr txBox="1"/>
          <p:nvPr>
            <p:ph type="title"/>
          </p:nvPr>
        </p:nvSpPr>
        <p:spPr>
          <a:xfrm>
            <a:off x="355225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0" name="Google Shape;230;p15"/>
          <p:cNvSpPr txBox="1"/>
          <p:nvPr>
            <p:ph idx="5" type="subTitle"/>
          </p:nvPr>
        </p:nvSpPr>
        <p:spPr>
          <a:xfrm>
            <a:off x="355225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1" name="Google Shape;231;p15"/>
          <p:cNvSpPr txBox="1"/>
          <p:nvPr>
            <p:ph idx="6" type="body"/>
          </p:nvPr>
        </p:nvSpPr>
        <p:spPr>
          <a:xfrm>
            <a:off x="355225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32" name="Google Shape;232;p15"/>
          <p:cNvSpPr txBox="1"/>
          <p:nvPr>
            <p:ph idx="7" type="title"/>
          </p:nvPr>
        </p:nvSpPr>
        <p:spPr>
          <a:xfrm>
            <a:off x="2543875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3" name="Google Shape;233;p15"/>
          <p:cNvSpPr txBox="1"/>
          <p:nvPr>
            <p:ph idx="8" type="subTitle"/>
          </p:nvPr>
        </p:nvSpPr>
        <p:spPr>
          <a:xfrm>
            <a:off x="2543875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4" name="Google Shape;234;p15"/>
          <p:cNvSpPr txBox="1"/>
          <p:nvPr>
            <p:ph idx="9" type="body"/>
          </p:nvPr>
        </p:nvSpPr>
        <p:spPr>
          <a:xfrm>
            <a:off x="2543875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35" name="Google Shape;235;p15"/>
          <p:cNvSpPr txBox="1"/>
          <p:nvPr>
            <p:ph idx="13" type="title"/>
          </p:nvPr>
        </p:nvSpPr>
        <p:spPr>
          <a:xfrm>
            <a:off x="4745500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6" name="Google Shape;236;p15"/>
          <p:cNvSpPr txBox="1"/>
          <p:nvPr>
            <p:ph idx="14" type="subTitle"/>
          </p:nvPr>
        </p:nvSpPr>
        <p:spPr>
          <a:xfrm>
            <a:off x="4745500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7" name="Google Shape;237;p15"/>
          <p:cNvSpPr txBox="1"/>
          <p:nvPr>
            <p:ph idx="15" type="body"/>
          </p:nvPr>
        </p:nvSpPr>
        <p:spPr>
          <a:xfrm>
            <a:off x="4745400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38" name="Google Shape;238;p15"/>
          <p:cNvSpPr txBox="1"/>
          <p:nvPr>
            <p:ph idx="16" type="title"/>
          </p:nvPr>
        </p:nvSpPr>
        <p:spPr>
          <a:xfrm>
            <a:off x="6942300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9" name="Google Shape;239;p15"/>
          <p:cNvSpPr txBox="1"/>
          <p:nvPr>
            <p:ph idx="17" type="subTitle"/>
          </p:nvPr>
        </p:nvSpPr>
        <p:spPr>
          <a:xfrm>
            <a:off x="6942300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40" name="Google Shape;240;p15"/>
          <p:cNvSpPr txBox="1"/>
          <p:nvPr>
            <p:ph idx="18" type="body"/>
          </p:nvPr>
        </p:nvSpPr>
        <p:spPr>
          <a:xfrm>
            <a:off x="6942300" y="2465025"/>
            <a:ext cx="17916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41" name="Google Shape;241;p15"/>
          <p:cNvSpPr txBox="1"/>
          <p:nvPr>
            <p:ph idx="19" type="title"/>
          </p:nvPr>
        </p:nvSpPr>
        <p:spPr>
          <a:xfrm>
            <a:off x="228600" y="613525"/>
            <a:ext cx="3904500" cy="864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42" name="Google Shape;242;p1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43" name="Google Shape;243;p1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ers">
  <p:cSld name="CUSTOM"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6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46" name="Google Shape;246;p16"/>
          <p:cNvCxnSpPr/>
          <p:nvPr/>
        </p:nvCxnSpPr>
        <p:spPr>
          <a:xfrm>
            <a:off x="228450" y="2061025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47" name="Google Shape;247;p16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48" name="Google Shape;248;p16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49" name="Google Shape;249;p16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50" name="Google Shape;250;p1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1" name="Google Shape;251;p16"/>
          <p:cNvSpPr txBox="1"/>
          <p:nvPr>
            <p:ph type="title"/>
          </p:nvPr>
        </p:nvSpPr>
        <p:spPr>
          <a:xfrm>
            <a:off x="228600" y="369300"/>
            <a:ext cx="6480300" cy="587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252" name="Google Shape;252;p16"/>
          <p:cNvSpPr/>
          <p:nvPr>
            <p:ph idx="5" type="pic"/>
          </p:nvPr>
        </p:nvSpPr>
        <p:spPr>
          <a:xfrm>
            <a:off x="3795900" y="2682425"/>
            <a:ext cx="1458300" cy="14583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3" name="Google Shape;253;p16"/>
          <p:cNvSpPr txBox="1"/>
          <p:nvPr>
            <p:ph idx="6" type="body"/>
          </p:nvPr>
        </p:nvSpPr>
        <p:spPr>
          <a:xfrm>
            <a:off x="5871500" y="2468775"/>
            <a:ext cx="2864700" cy="6765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54" name="Google Shape;254;p16"/>
          <p:cNvSpPr txBox="1"/>
          <p:nvPr>
            <p:ph idx="7" type="body"/>
          </p:nvPr>
        </p:nvSpPr>
        <p:spPr>
          <a:xfrm>
            <a:off x="5871500" y="3553025"/>
            <a:ext cx="2864700" cy="696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048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048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048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048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048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048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048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048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55" name="Google Shape;255;p16"/>
          <p:cNvSpPr txBox="1"/>
          <p:nvPr>
            <p:ph idx="8" type="subTitle"/>
          </p:nvPr>
        </p:nvSpPr>
        <p:spPr>
          <a:xfrm>
            <a:off x="238800" y="2720113"/>
            <a:ext cx="2824500" cy="145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56" name="Google Shape;256;p1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57" name="Google Shape;257;p1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s">
  <p:cSld name="CUSTOM_2"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7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60" name="Google Shape;260;p17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61" name="Google Shape;261;p17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62" name="Google Shape;262;p1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63" name="Google Shape;263;p17"/>
          <p:cNvSpPr/>
          <p:nvPr/>
        </p:nvSpPr>
        <p:spPr>
          <a:xfrm>
            <a:off x="228600" y="1395962"/>
            <a:ext cx="2101200" cy="3054000"/>
          </a:xfrm>
          <a:prstGeom prst="roundRect">
            <a:avLst>
              <a:gd fmla="val 963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4" name="Google Shape;264;p17"/>
          <p:cNvSpPr/>
          <p:nvPr/>
        </p:nvSpPr>
        <p:spPr>
          <a:xfrm>
            <a:off x="2423700" y="1395962"/>
            <a:ext cx="3198600" cy="3054000"/>
          </a:xfrm>
          <a:prstGeom prst="roundRect">
            <a:avLst>
              <a:gd fmla="val 674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5" name="Google Shape;265;p17"/>
          <p:cNvSpPr/>
          <p:nvPr/>
        </p:nvSpPr>
        <p:spPr>
          <a:xfrm>
            <a:off x="5716850" y="1395962"/>
            <a:ext cx="3198600" cy="1758300"/>
          </a:xfrm>
          <a:prstGeom prst="roundRect">
            <a:avLst>
              <a:gd fmla="val 963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6" name="Google Shape;266;p17"/>
          <p:cNvSpPr/>
          <p:nvPr/>
        </p:nvSpPr>
        <p:spPr>
          <a:xfrm>
            <a:off x="5716200" y="3231390"/>
            <a:ext cx="3198600" cy="1217400"/>
          </a:xfrm>
          <a:prstGeom prst="roundRect">
            <a:avLst>
              <a:gd fmla="val 1360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7" name="Google Shape;267;p17"/>
          <p:cNvSpPr/>
          <p:nvPr>
            <p:ph idx="4" type="pic"/>
          </p:nvPr>
        </p:nvSpPr>
        <p:spPr>
          <a:xfrm>
            <a:off x="381950" y="993050"/>
            <a:ext cx="850500" cy="8505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p17"/>
          <p:cNvSpPr txBox="1"/>
          <p:nvPr>
            <p:ph idx="5" type="subTitle"/>
          </p:nvPr>
        </p:nvSpPr>
        <p:spPr>
          <a:xfrm>
            <a:off x="381950" y="2062875"/>
            <a:ext cx="1786500" cy="23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"/>
              <a:buNone/>
              <a:defRPr b="1" sz="1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69" name="Google Shape;269;p17"/>
          <p:cNvSpPr txBox="1"/>
          <p:nvPr>
            <p:ph idx="6" type="body"/>
          </p:nvPr>
        </p:nvSpPr>
        <p:spPr>
          <a:xfrm>
            <a:off x="381950" y="2453500"/>
            <a:ext cx="1786500" cy="153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70" name="Google Shape;270;p17"/>
          <p:cNvSpPr txBox="1"/>
          <p:nvPr>
            <p:ph idx="7" type="subTitle"/>
          </p:nvPr>
        </p:nvSpPr>
        <p:spPr>
          <a:xfrm>
            <a:off x="2580250" y="1528150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71" name="Google Shape;271;p17"/>
          <p:cNvSpPr txBox="1"/>
          <p:nvPr>
            <p:ph idx="8" type="body"/>
          </p:nvPr>
        </p:nvSpPr>
        <p:spPr>
          <a:xfrm>
            <a:off x="2580250" y="1791652"/>
            <a:ext cx="2911500" cy="61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cxnSp>
        <p:nvCxnSpPr>
          <p:cNvPr id="272" name="Google Shape;272;p17"/>
          <p:cNvCxnSpPr/>
          <p:nvPr/>
        </p:nvCxnSpPr>
        <p:spPr>
          <a:xfrm>
            <a:off x="2423700" y="2531312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73" name="Google Shape;273;p17"/>
          <p:cNvCxnSpPr/>
          <p:nvPr/>
        </p:nvCxnSpPr>
        <p:spPr>
          <a:xfrm>
            <a:off x="2423700" y="3583537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74" name="Google Shape;274;p17"/>
          <p:cNvSpPr txBox="1"/>
          <p:nvPr>
            <p:ph idx="9" type="subTitle"/>
          </p:nvPr>
        </p:nvSpPr>
        <p:spPr>
          <a:xfrm>
            <a:off x="2580250" y="26604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75" name="Google Shape;275;p17"/>
          <p:cNvSpPr txBox="1"/>
          <p:nvPr>
            <p:ph idx="13" type="body"/>
          </p:nvPr>
        </p:nvSpPr>
        <p:spPr>
          <a:xfrm>
            <a:off x="2580250" y="2931046"/>
            <a:ext cx="2911500" cy="61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76" name="Google Shape;276;p17"/>
          <p:cNvSpPr/>
          <p:nvPr/>
        </p:nvSpPr>
        <p:spPr>
          <a:xfrm flipH="1">
            <a:off x="2600988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7" name="Google Shape;277;p17"/>
          <p:cNvSpPr/>
          <p:nvPr/>
        </p:nvSpPr>
        <p:spPr>
          <a:xfrm flipH="1">
            <a:off x="3654625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8" name="Google Shape;278;p17"/>
          <p:cNvSpPr/>
          <p:nvPr/>
        </p:nvSpPr>
        <p:spPr>
          <a:xfrm flipH="1">
            <a:off x="4602650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9" name="Google Shape;279;p17"/>
          <p:cNvSpPr txBox="1"/>
          <p:nvPr>
            <p:ph idx="14" type="subTitle"/>
          </p:nvPr>
        </p:nvSpPr>
        <p:spPr>
          <a:xfrm>
            <a:off x="2567250" y="367188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0" name="Google Shape;280;p17"/>
          <p:cNvSpPr txBox="1"/>
          <p:nvPr>
            <p:ph idx="15" type="subTitle"/>
          </p:nvPr>
        </p:nvSpPr>
        <p:spPr>
          <a:xfrm>
            <a:off x="5877425" y="15281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1" name="Google Shape;281;p17"/>
          <p:cNvSpPr txBox="1"/>
          <p:nvPr>
            <p:ph idx="16" type="subTitle"/>
          </p:nvPr>
        </p:nvSpPr>
        <p:spPr>
          <a:xfrm>
            <a:off x="5877425" y="178110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2" name="Google Shape;282;p17"/>
          <p:cNvSpPr txBox="1"/>
          <p:nvPr>
            <p:ph idx="17" type="subTitle"/>
          </p:nvPr>
        </p:nvSpPr>
        <p:spPr>
          <a:xfrm>
            <a:off x="5877425" y="221918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3" name="Google Shape;283;p17"/>
          <p:cNvSpPr txBox="1"/>
          <p:nvPr>
            <p:ph idx="18" type="subTitle"/>
          </p:nvPr>
        </p:nvSpPr>
        <p:spPr>
          <a:xfrm>
            <a:off x="5877425" y="26572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4" name="Google Shape;284;p17"/>
          <p:cNvSpPr txBox="1"/>
          <p:nvPr>
            <p:ph idx="19" type="subTitle"/>
          </p:nvPr>
        </p:nvSpPr>
        <p:spPr>
          <a:xfrm>
            <a:off x="5877425" y="335493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5" name="Google Shape;285;p17"/>
          <p:cNvSpPr txBox="1"/>
          <p:nvPr>
            <p:ph idx="20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86" name="Google Shape;286;p1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87" name="Google Shape;287;p1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ilestones">
  <p:cSld name="CUSTOM_4"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8"/>
          <p:cNvSpPr txBox="1"/>
          <p:nvPr>
            <p:ph idx="1" type="body"/>
          </p:nvPr>
        </p:nvSpPr>
        <p:spPr>
          <a:xfrm>
            <a:off x="2054000" y="2952175"/>
            <a:ext cx="1377600" cy="93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90" name="Google Shape;290;p18"/>
          <p:cNvSpPr txBox="1"/>
          <p:nvPr>
            <p:ph idx="2" type="body"/>
          </p:nvPr>
        </p:nvSpPr>
        <p:spPr>
          <a:xfrm>
            <a:off x="246150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91" name="Google Shape;291;p18"/>
          <p:cNvSpPr txBox="1"/>
          <p:nvPr>
            <p:ph idx="3" type="subTitle"/>
          </p:nvPr>
        </p:nvSpPr>
        <p:spPr>
          <a:xfrm>
            <a:off x="3829950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292" name="Google Shape;292;p18"/>
          <p:cNvSpPr txBox="1"/>
          <p:nvPr>
            <p:ph idx="4" type="body"/>
          </p:nvPr>
        </p:nvSpPr>
        <p:spPr>
          <a:xfrm>
            <a:off x="3848250" y="2952163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93" name="Google Shape;293;p18"/>
          <p:cNvSpPr txBox="1"/>
          <p:nvPr>
            <p:ph idx="5" type="subTitle"/>
          </p:nvPr>
        </p:nvSpPr>
        <p:spPr>
          <a:xfrm>
            <a:off x="20774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94" name="Google Shape;294;p18"/>
          <p:cNvSpPr txBox="1"/>
          <p:nvPr>
            <p:ph idx="6" type="body"/>
          </p:nvPr>
        </p:nvSpPr>
        <p:spPr>
          <a:xfrm>
            <a:off x="5634175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95" name="Google Shape;295;p18"/>
          <p:cNvSpPr txBox="1"/>
          <p:nvPr>
            <p:ph idx="7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6" name="Google Shape;296;p18"/>
          <p:cNvSpPr txBox="1"/>
          <p:nvPr>
            <p:ph idx="8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7" name="Google Shape;297;p18"/>
          <p:cNvSpPr txBox="1"/>
          <p:nvPr>
            <p:ph idx="9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98" name="Google Shape;298;p1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9" name="Google Shape;299;p18"/>
          <p:cNvSpPr txBox="1"/>
          <p:nvPr>
            <p:ph type="title"/>
          </p:nvPr>
        </p:nvSpPr>
        <p:spPr>
          <a:xfrm>
            <a:off x="228600" y="613525"/>
            <a:ext cx="6841500" cy="753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00" name="Google Shape;300;p18"/>
          <p:cNvSpPr txBox="1"/>
          <p:nvPr>
            <p:ph idx="13" type="subTitle"/>
          </p:nvPr>
        </p:nvSpPr>
        <p:spPr>
          <a:xfrm>
            <a:off x="2775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1" name="Google Shape;301;p18"/>
          <p:cNvSpPr txBox="1"/>
          <p:nvPr>
            <p:ph idx="14" type="subTitle"/>
          </p:nvPr>
        </p:nvSpPr>
        <p:spPr>
          <a:xfrm>
            <a:off x="38773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2" name="Google Shape;302;p18"/>
          <p:cNvSpPr txBox="1"/>
          <p:nvPr>
            <p:ph idx="15" type="subTitle"/>
          </p:nvPr>
        </p:nvSpPr>
        <p:spPr>
          <a:xfrm>
            <a:off x="56772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3" name="Google Shape;303;p18"/>
          <p:cNvSpPr txBox="1"/>
          <p:nvPr>
            <p:ph idx="16" type="subTitle"/>
          </p:nvPr>
        </p:nvSpPr>
        <p:spPr>
          <a:xfrm>
            <a:off x="74771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4" name="Google Shape;304;p18"/>
          <p:cNvSpPr txBox="1"/>
          <p:nvPr>
            <p:ph idx="17" type="subTitle"/>
          </p:nvPr>
        </p:nvSpPr>
        <p:spPr>
          <a:xfrm>
            <a:off x="238800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5" name="Google Shape;305;p18"/>
          <p:cNvSpPr txBox="1"/>
          <p:nvPr>
            <p:ph idx="18" type="subTitle"/>
          </p:nvPr>
        </p:nvSpPr>
        <p:spPr>
          <a:xfrm>
            <a:off x="2034375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06" name="Google Shape;306;p18"/>
          <p:cNvSpPr txBox="1"/>
          <p:nvPr>
            <p:ph idx="19" type="subTitle"/>
          </p:nvPr>
        </p:nvSpPr>
        <p:spPr>
          <a:xfrm>
            <a:off x="5645375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07" name="Google Shape;307;p18"/>
          <p:cNvSpPr txBox="1"/>
          <p:nvPr>
            <p:ph idx="20" type="subTitle"/>
          </p:nvPr>
        </p:nvSpPr>
        <p:spPr>
          <a:xfrm>
            <a:off x="7460789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08" name="Google Shape;308;p18"/>
          <p:cNvSpPr txBox="1"/>
          <p:nvPr>
            <p:ph idx="21" type="subTitle"/>
          </p:nvPr>
        </p:nvSpPr>
        <p:spPr>
          <a:xfrm>
            <a:off x="372900" y="202945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Urbanist"/>
              <a:buNone/>
              <a:defRPr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309" name="Google Shape;309;p18"/>
          <p:cNvSpPr txBox="1"/>
          <p:nvPr>
            <p:ph idx="22" type="subTitle"/>
          </p:nvPr>
        </p:nvSpPr>
        <p:spPr>
          <a:xfrm>
            <a:off x="2178663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0" name="Google Shape;310;p18"/>
          <p:cNvSpPr txBox="1"/>
          <p:nvPr>
            <p:ph idx="23" type="subTitle"/>
          </p:nvPr>
        </p:nvSpPr>
        <p:spPr>
          <a:xfrm>
            <a:off x="3974250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1" name="Google Shape;311;p18"/>
          <p:cNvSpPr txBox="1"/>
          <p:nvPr>
            <p:ph idx="24" type="subTitle"/>
          </p:nvPr>
        </p:nvSpPr>
        <p:spPr>
          <a:xfrm>
            <a:off x="5789675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2" name="Google Shape;312;p18"/>
          <p:cNvSpPr txBox="1"/>
          <p:nvPr>
            <p:ph idx="25" type="subTitle"/>
          </p:nvPr>
        </p:nvSpPr>
        <p:spPr>
          <a:xfrm>
            <a:off x="7605089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3" name="Google Shape;313;p18"/>
          <p:cNvSpPr txBox="1"/>
          <p:nvPr>
            <p:ph idx="26" type="body"/>
          </p:nvPr>
        </p:nvSpPr>
        <p:spPr>
          <a:xfrm>
            <a:off x="7450350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314" name="Google Shape;314;p1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15" name="Google Shape;315;p1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trics ">
  <p:cSld name="CUSTOM_5"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9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18" name="Google Shape;318;p19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19" name="Google Shape;319;p19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320" name="Google Shape;320;p1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1" name="Google Shape;321;p1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22" name="Google Shape;322;p1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23" name="Google Shape;323;p19"/>
          <p:cNvSpPr txBox="1"/>
          <p:nvPr>
            <p:ph idx="4" type="subTitle"/>
          </p:nvPr>
        </p:nvSpPr>
        <p:spPr>
          <a:xfrm>
            <a:off x="6314800" y="458325"/>
            <a:ext cx="22947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4" name="Google Shape;324;p19"/>
          <p:cNvSpPr txBox="1"/>
          <p:nvPr>
            <p:ph type="title"/>
          </p:nvPr>
        </p:nvSpPr>
        <p:spPr>
          <a:xfrm>
            <a:off x="237650" y="746900"/>
            <a:ext cx="2834700" cy="2590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325" name="Google Shape;325;p19"/>
          <p:cNvSpPr txBox="1"/>
          <p:nvPr>
            <p:ph idx="5" type="subTitle"/>
          </p:nvPr>
        </p:nvSpPr>
        <p:spPr>
          <a:xfrm>
            <a:off x="229175" y="229175"/>
            <a:ext cx="28347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26" name="Google Shape;326;p19"/>
          <p:cNvSpPr txBox="1"/>
          <p:nvPr>
            <p:ph idx="6" type="subTitle"/>
          </p:nvPr>
        </p:nvSpPr>
        <p:spPr>
          <a:xfrm>
            <a:off x="3437500" y="882725"/>
            <a:ext cx="2294700" cy="500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27" name="Google Shape;327;p19"/>
          <p:cNvSpPr txBox="1"/>
          <p:nvPr>
            <p:ph idx="7" type="title"/>
          </p:nvPr>
        </p:nvSpPr>
        <p:spPr>
          <a:xfrm>
            <a:off x="3611850" y="1848195"/>
            <a:ext cx="1924200" cy="594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9pPr>
          </a:lstStyle>
          <a:p/>
        </p:txBody>
      </p:sp>
      <p:sp>
        <p:nvSpPr>
          <p:cNvPr id="328" name="Google Shape;328;p19"/>
          <p:cNvSpPr txBox="1"/>
          <p:nvPr>
            <p:ph idx="8" type="title"/>
          </p:nvPr>
        </p:nvSpPr>
        <p:spPr>
          <a:xfrm>
            <a:off x="3611850" y="3250202"/>
            <a:ext cx="1920300" cy="59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Urbanist"/>
              <a:buNone/>
              <a:defRPr sz="6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329" name="Google Shape;329;p19"/>
          <p:cNvSpPr txBox="1"/>
          <p:nvPr>
            <p:ph idx="9" type="subTitle"/>
          </p:nvPr>
        </p:nvSpPr>
        <p:spPr>
          <a:xfrm>
            <a:off x="3611850" y="2707575"/>
            <a:ext cx="21204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30" name="Google Shape;330;p19"/>
          <p:cNvSpPr txBox="1"/>
          <p:nvPr>
            <p:ph idx="13" type="subTitle"/>
          </p:nvPr>
        </p:nvSpPr>
        <p:spPr>
          <a:xfrm>
            <a:off x="3611850" y="4076800"/>
            <a:ext cx="21204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31" name="Google Shape;331;p19"/>
          <p:cNvSpPr txBox="1"/>
          <p:nvPr>
            <p:ph idx="14" type="subTitle"/>
          </p:nvPr>
        </p:nvSpPr>
        <p:spPr>
          <a:xfrm>
            <a:off x="6258900" y="3267725"/>
            <a:ext cx="2478300" cy="500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32" name="Google Shape;332;p19"/>
          <p:cNvSpPr txBox="1"/>
          <p:nvPr>
            <p:ph idx="15" type="subTitle"/>
          </p:nvPr>
        </p:nvSpPr>
        <p:spPr>
          <a:xfrm>
            <a:off x="6258900" y="3955225"/>
            <a:ext cx="24783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 u="sng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2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5" name="Google Shape;335;p2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2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40" name="Google Shape;340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43" name="Google Shape;343;p2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44" name="Google Shape;344;p23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2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49" name="Google Shape;349;p2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27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54" name="Google Shape;354;p27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55" name="Google Shape;355;p2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8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9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60" name="Google Shape;360;p29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1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64" name="Google Shape;364;p31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5" name="Google Shape;365;p31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6" name="Google Shape;366;p31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7" name="Google Shape;367;p31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8" name="Google Shape;368;p31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9" name="Google Shape;369;p31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72" name="Google Shape;372;p32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3" name="Google Shape;373;p32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33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76" name="Google Shape;376;p33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7" name="Google Shape;377;p33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8" name="Google Shape;378;p33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79" name="Google Shape;379;p33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34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82" name="Google Shape;382;p34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83" name="Google Shape;383;p34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84" name="Google Shape;384;p34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5" name="Google Shape;385;p34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6" name="Google Shape;386;p34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7" name="Google Shape;387;p34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35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0" name="Google Shape;390;p35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1" name="Google Shape;391;p35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2" name="Google Shape;392;p35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3" name="Google Shape;393;p35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94" name="Google Shape;394;p35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5" name="Google Shape;395;p35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6" name="Google Shape;396;p35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7" name="Google Shape;397;p35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0" name="Google Shape;400;p36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37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03" name="Google Shape;403;p37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04" name="Google Shape;404;p37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05" name="Google Shape;405;p37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06" name="Google Shape;406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7" name="Google Shape;407;p37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08" name="Google Shape;408;p37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8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1" name="Google Shape;411;p38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2" name="Google Shape;412;p38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3" name="Google Shape;413;p38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4" name="Google Shape;414;p38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38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6" name="Google Shape;416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7" name="Google Shape;417;p38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8" name="Google Shape;418;p38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9" name="Google Shape;419;p38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9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40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4" name="Google Shape;424;p40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5" name="Google Shape;425;p40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6" name="Google Shape;426;p40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7" name="Google Shape;427;p40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8" name="Google Shape;428;p40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9" name="Google Shape;429;p40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0" name="Google Shape;430;p40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31" name="Google Shape;431;p40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32" name="Google Shape;432;p40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37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14.xml"/><Relationship Id="rId3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17.xml"/><Relationship Id="rId39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16.xml"/><Relationship Id="rId3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idx="1" type="body"/>
          </p:nvPr>
        </p:nvSpPr>
        <p:spPr>
          <a:xfrm>
            <a:off x="228600" y="1452125"/>
            <a:ext cx="5760600" cy="34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title"/>
          </p:nvPr>
        </p:nvSpPr>
        <p:spPr>
          <a:xfrm>
            <a:off x="228600" y="85200"/>
            <a:ext cx="5236500" cy="109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 Medium"/>
              <a:buNone/>
              <a:defRPr sz="3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2" type="body"/>
          </p:nvPr>
        </p:nvSpPr>
        <p:spPr>
          <a:xfrm>
            <a:off x="4562525" y="1518250"/>
            <a:ext cx="3880800" cy="27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33">
          <p15:clr>
            <a:srgbClr val="E46962"/>
          </p15:clr>
        </p15:guide>
        <p15:guide id="10" pos="4292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hyperlink" Target="https://xbsoftware.com/wp-content/uploads/2023/09/A-Conceptual-illustration-of-bit-vs-qubit-The-state-of-a-qubit-can-be-represented-by-a.png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s://quantum.cloud.ibm.com/composer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hyperlink" Target="https://arxiv.org/abs/1306.2164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arxiv.org/abs/1306.2164" TargetMode="External"/><Relationship Id="rId4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hyperlink" Target="https://tensornetwork.org/tensor_networks.png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hyperlink" Target="https://docs.nvidia.com/cuda/cuquantum/23.06.0/cutensornet/overview.html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hyperlink" Target="https://doi.org/10.1145/3547334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Relationship Id="rId4" Type="http://schemas.openxmlformats.org/officeDocument/2006/relationships/hyperlink" Target="https://arxiv.org/abs/2007.14822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Relationship Id="rId4" Type="http://schemas.openxmlformats.org/officeDocument/2006/relationships/hyperlink" Target="https://docs.nvidia.com/cuda/cuquantum/23.06.0/cutensornet/overview.html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hyperlink" Target="https://arxiv.org/abs/2007.14822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excalidraw.com/" TargetMode="External"/><Relationship Id="rId4" Type="http://schemas.openxmlformats.org/officeDocument/2006/relationships/hyperlink" Target="https://www.overleaf.com/" TargetMode="External"/><Relationship Id="rId9" Type="http://schemas.openxmlformats.org/officeDocument/2006/relationships/image" Target="../media/image20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10" Type="http://schemas.openxmlformats.org/officeDocument/2006/relationships/image" Target="../media/image2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4.png"/><Relationship Id="rId4" Type="http://schemas.openxmlformats.org/officeDocument/2006/relationships/image" Target="../media/image22.png"/><Relationship Id="rId9" Type="http://schemas.openxmlformats.org/officeDocument/2006/relationships/image" Target="../media/image25.png"/><Relationship Id="rId5" Type="http://schemas.openxmlformats.org/officeDocument/2006/relationships/image" Target="../media/image23.png"/><Relationship Id="rId6" Type="http://schemas.openxmlformats.org/officeDocument/2006/relationships/hyperlink" Target="https://arxiv.org/abs/2001.08063" TargetMode="External"/><Relationship Id="rId7" Type="http://schemas.openxmlformats.org/officeDocument/2006/relationships/image" Target="../media/image29.png"/><Relationship Id="rId8" Type="http://schemas.openxmlformats.org/officeDocument/2006/relationships/image" Target="../media/image26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2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0.png"/><Relationship Id="rId4" Type="http://schemas.openxmlformats.org/officeDocument/2006/relationships/hyperlink" Target="https://arxiv.org/abs/2002.01935v4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2.png"/><Relationship Id="rId4" Type="http://schemas.openxmlformats.org/officeDocument/2006/relationships/hyperlink" Target="https://mermaid.js.org/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3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3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3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35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6.png"/><Relationship Id="rId4" Type="http://schemas.openxmlformats.org/officeDocument/2006/relationships/hyperlink" Target="https://www.researchgate.net/figure/Multilevel-graph-partitioning-The-graph-is-recursively-contracted-to-achieve-smaller_fig1_305875072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37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38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37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9.png"/><Relationship Id="rId4" Type="http://schemas.openxmlformats.org/officeDocument/2006/relationships/hyperlink" Target="https://www.overleaf.com/" TargetMode="External"/><Relationship Id="rId5" Type="http://schemas.openxmlformats.org/officeDocument/2006/relationships/image" Target="../media/image4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www.overleaf.com/" TargetMode="External"/><Relationship Id="rId4" Type="http://schemas.openxmlformats.org/officeDocument/2006/relationships/hyperlink" Target="https://mermaid.js.org/" TargetMode="External"/><Relationship Id="rId5" Type="http://schemas.openxmlformats.org/officeDocument/2006/relationships/image" Target="../media/image32.png"/><Relationship Id="rId6" Type="http://schemas.openxmlformats.org/officeDocument/2006/relationships/image" Target="../media/image41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github.com/Dpbm/mestrado-aulas/tree/main/algoritmos/projeto-seminario" TargetMode="External"/><Relationship Id="rId4" Type="http://schemas.openxmlformats.org/officeDocument/2006/relationships/image" Target="../media/image4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41"/>
          <p:cNvSpPr txBox="1"/>
          <p:nvPr/>
        </p:nvSpPr>
        <p:spPr>
          <a:xfrm>
            <a:off x="468150" y="457200"/>
            <a:ext cx="7866900" cy="266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TENSOR NETWORKS</a:t>
            </a:r>
            <a:br>
              <a:rPr b="1" lang="en" sz="5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b="1" lang="en" sz="5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PARA SIMULAÇÃO DE</a:t>
            </a:r>
            <a:endParaRPr b="1" sz="5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CIRCUITOS QUÂNTICOS</a:t>
            </a:r>
            <a:endParaRPr b="1" sz="5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8" name="Google Shape;438;p41"/>
          <p:cNvSpPr txBox="1"/>
          <p:nvPr/>
        </p:nvSpPr>
        <p:spPr>
          <a:xfrm>
            <a:off x="541800" y="3013375"/>
            <a:ext cx="3198900" cy="23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Alexandre Silva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42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Roteiro: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44" name="Google Shape;444;p42"/>
          <p:cNvSpPr txBox="1"/>
          <p:nvPr/>
        </p:nvSpPr>
        <p:spPr>
          <a:xfrm>
            <a:off x="519600" y="1165375"/>
            <a:ext cx="7837800" cy="3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AutoNum type="arabicPeriod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Contextualização sobre computação quântica;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AutoNum type="arabicPeriod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Entendendo o problema;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AutoNum type="arabicPeriod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Entendendo Tensor Networks;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AutoNum type="arabicPeriod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Algoritmo em si + Análises.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3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 que é a Computação Quântica?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50" name="Google Shape;450;p43"/>
          <p:cNvSpPr txBox="1"/>
          <p:nvPr/>
        </p:nvSpPr>
        <p:spPr>
          <a:xfrm>
            <a:off x="519600" y="1165375"/>
            <a:ext cx="7837800" cy="36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Utilizar a Mecânica Quântica para realizar computações;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Âtomos, partículas, fótons, elétrons, etc;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Possibilidade de avanços;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Simulações mais fiéis da realidade (sistemas quânticos);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Atualmente </a:t>
            </a: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Computação Quântica está em evidência.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44"/>
          <p:cNvSpPr txBox="1"/>
          <p:nvPr/>
        </p:nvSpPr>
        <p:spPr>
          <a:xfrm>
            <a:off x="519600" y="228600"/>
            <a:ext cx="8104800" cy="7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Qubits, o que são?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56" name="Google Shape;456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5088" y="979800"/>
            <a:ext cx="6307729" cy="3673324"/>
          </a:xfrm>
          <a:prstGeom prst="rect">
            <a:avLst/>
          </a:prstGeom>
          <a:noFill/>
          <a:ln>
            <a:noFill/>
          </a:ln>
        </p:spPr>
      </p:pic>
      <p:sp>
        <p:nvSpPr>
          <p:cNvPr id="457" name="Google Shape;457;p44"/>
          <p:cNvSpPr txBox="1"/>
          <p:nvPr/>
        </p:nvSpPr>
        <p:spPr>
          <a:xfrm>
            <a:off x="2873700" y="4683725"/>
            <a:ext cx="3302700" cy="19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XB Software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Google Shape;462;p45" title="circui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30825" y="1317425"/>
            <a:ext cx="3657600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463" name="Google Shape;463;p45"/>
          <p:cNvSpPr txBox="1"/>
          <p:nvPr/>
        </p:nvSpPr>
        <p:spPr>
          <a:xfrm>
            <a:off x="4830675" y="368137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Autoria pr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ó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IBM Quantum Composer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64" name="Google Shape;464;p45"/>
          <p:cNvSpPr txBox="1"/>
          <p:nvPr/>
        </p:nvSpPr>
        <p:spPr>
          <a:xfrm>
            <a:off x="519600" y="1165375"/>
            <a:ext cx="4149000" cy="2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Modelo de Circuito </a:t>
            </a: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é o</a:t>
            </a: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mais usado;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Portas são matrizes (operadores);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Linhas são qubits (vetores).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65" name="Google Shape;465;p45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Modelo de Computação Quântica: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46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Problema: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71" name="Google Shape;471;p46"/>
          <p:cNvSpPr txBox="1"/>
          <p:nvPr/>
        </p:nvSpPr>
        <p:spPr>
          <a:xfrm>
            <a:off x="519600" y="1028700"/>
            <a:ext cx="8395800" cy="26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Computadores Quânticos ainda são limitados - Noisy Intermediate-Scale Quantum (NISQ);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Simulações para validar os algoritmos (HPC);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Simulações são custosas 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○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Possibilidade de estados cresce a N = 2</a:t>
            </a:r>
            <a:r>
              <a:rPr baseline="30000"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n</a:t>
            </a:r>
            <a:endParaRPr baseline="30000"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○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40 qubits -&gt; 2⁴⁰ ✕ 2³ bytes (float) = 2⁴³ bytes = 8Tb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72" name="Google Shape;472;p46" title="Wed Apr  8 02:16:16 PM -03 20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1800" y="3337800"/>
            <a:ext cx="6086475" cy="933450"/>
          </a:xfrm>
          <a:prstGeom prst="rect">
            <a:avLst/>
          </a:prstGeom>
          <a:noFill/>
          <a:ln>
            <a:noFill/>
          </a:ln>
        </p:spPr>
      </p:pic>
      <p:sp>
        <p:nvSpPr>
          <p:cNvPr id="473" name="Google Shape;473;p46"/>
          <p:cNvSpPr txBox="1"/>
          <p:nvPr/>
        </p:nvSpPr>
        <p:spPr>
          <a:xfrm>
            <a:off x="2888688" y="439832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	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arXiv:1306.2164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47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Tensor Networks: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79" name="Google Shape;479;p47"/>
          <p:cNvSpPr txBox="1"/>
          <p:nvPr/>
        </p:nvSpPr>
        <p:spPr>
          <a:xfrm>
            <a:off x="519600" y="1028700"/>
            <a:ext cx="4052400" cy="29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Generalização de escalares, vetores, matrizes, etc (rank);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Circuitos quânticos são um tipo de Tensor Network;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Aplicar operações conforme necessário;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Paralelizáveis.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80" name="Google Shape;480;p47"/>
          <p:cNvSpPr txBox="1"/>
          <p:nvPr/>
        </p:nvSpPr>
        <p:spPr>
          <a:xfrm>
            <a:off x="5369646" y="3881276"/>
            <a:ext cx="2877300" cy="321300"/>
          </a:xfrm>
          <a:prstGeom prst="rect">
            <a:avLst/>
          </a:prstGeom>
          <a:noFill/>
          <a:ln>
            <a:noFill/>
          </a:ln>
        </p:spPr>
        <p:txBody>
          <a:bodyPr anchorCtr="0" anchor="t" bIns="71925" lIns="71925" spcFirstLastPara="1" rIns="71925" wrap="square" tIns="719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44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	</a:t>
            </a:r>
            <a:r>
              <a:rPr lang="en" sz="1244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arXiv:1306.2164</a:t>
            </a:r>
            <a:endParaRPr sz="1244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481" name="Google Shape;481;p47" title="Wed Apr  8 02:24:49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64800" y="1165375"/>
            <a:ext cx="4086781" cy="26294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48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Tipos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87" name="Google Shape;487;p48"/>
          <p:cNvSpPr txBox="1"/>
          <p:nvPr/>
        </p:nvSpPr>
        <p:spPr>
          <a:xfrm>
            <a:off x="519600" y="1062925"/>
            <a:ext cx="4005300" cy="384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rgbClr val="FF0000"/>
                </a:solidFill>
                <a:latin typeface="Inter"/>
                <a:ea typeface="Inter"/>
                <a:cs typeface="Inter"/>
                <a:sym typeface="Inter"/>
              </a:rPr>
              <a:t>MPS (Tensor Train);</a:t>
            </a:r>
            <a:endParaRPr sz="2500">
              <a:solidFill>
                <a:srgbClr val="FF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○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MPO;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○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PEPS;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○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PEPO;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TTN;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○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MERA;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Outros formatos estabelecidos … 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rgbClr val="FF0000"/>
                </a:solidFill>
                <a:latin typeface="Inter"/>
                <a:ea typeface="Inter"/>
                <a:cs typeface="Inter"/>
                <a:sym typeface="Inter"/>
              </a:rPr>
              <a:t>De formato arbitrário. </a:t>
            </a:r>
            <a:endParaRPr sz="2500">
              <a:solidFill>
                <a:srgbClr val="FF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88" name="Google Shape;488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56900" y="1317338"/>
            <a:ext cx="4314298" cy="2508834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48"/>
          <p:cNvSpPr txBox="1"/>
          <p:nvPr/>
        </p:nvSpPr>
        <p:spPr>
          <a:xfrm>
            <a:off x="5778250" y="3868175"/>
            <a:ext cx="18837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tensornetwork.org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4" name="Google Shape;494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1175" y="1303275"/>
            <a:ext cx="6661650" cy="2536951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49"/>
          <p:cNvSpPr txBox="1"/>
          <p:nvPr/>
        </p:nvSpPr>
        <p:spPr>
          <a:xfrm>
            <a:off x="2790150" y="39102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Nvidia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50"/>
          <p:cNvSpPr txBox="1"/>
          <p:nvPr/>
        </p:nvSpPr>
        <p:spPr>
          <a:xfrm>
            <a:off x="2232825" y="2511950"/>
            <a:ext cx="4593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01" name="Google Shape;501;p50"/>
          <p:cNvSpPr txBox="1"/>
          <p:nvPr/>
        </p:nvSpPr>
        <p:spPr>
          <a:xfrm>
            <a:off x="519600" y="296875"/>
            <a:ext cx="8104800" cy="76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Armazenamento de forma eficiente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2" name="Google Shape;502;p50"/>
          <p:cNvSpPr txBox="1"/>
          <p:nvPr/>
        </p:nvSpPr>
        <p:spPr>
          <a:xfrm>
            <a:off x="558450" y="1061275"/>
            <a:ext cx="7933200" cy="38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Identificar cancelamento(AA^† = I);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Compactação de tensores dispersos ou diagonais;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Uso de Aceleradores (GPU);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Caching;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Definição de tipos conhecidos de tensors.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1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 que pode ser extraido com TN?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8" name="Google Shape;508;p51"/>
          <p:cNvSpPr txBox="1"/>
          <p:nvPr/>
        </p:nvSpPr>
        <p:spPr>
          <a:xfrm>
            <a:off x="519600" y="1165375"/>
            <a:ext cx="3884100" cy="318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Density Matrix;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State Vector;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Expectation Value;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Unitary;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Tudo depende de como é feita a contração.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09" name="Google Shape;509;p51" title="Sat Apr  4 03:38:37 PM -03 20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03628" y="1039325"/>
            <a:ext cx="4078574" cy="3300459"/>
          </a:xfrm>
          <a:prstGeom prst="rect">
            <a:avLst/>
          </a:prstGeom>
          <a:noFill/>
          <a:ln>
            <a:noFill/>
          </a:ln>
        </p:spPr>
      </p:pic>
      <p:sp>
        <p:nvSpPr>
          <p:cNvPr id="510" name="Google Shape;510;p51"/>
          <p:cNvSpPr txBox="1"/>
          <p:nvPr/>
        </p:nvSpPr>
        <p:spPr>
          <a:xfrm>
            <a:off x="5083462" y="4366027"/>
            <a:ext cx="2846100" cy="317700"/>
          </a:xfrm>
          <a:prstGeom prst="rect">
            <a:avLst/>
          </a:prstGeom>
          <a:noFill/>
          <a:ln>
            <a:noFill/>
          </a:ln>
        </p:spPr>
        <p:txBody>
          <a:bodyPr anchorCtr="0" anchor="t" bIns="71150" lIns="71150" spcFirstLastPara="1" rIns="71150" wrap="square" tIns="711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34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	</a:t>
            </a:r>
            <a:r>
              <a:rPr lang="en" sz="1234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https://doi.org/10.1145/3547334</a:t>
            </a:r>
            <a:endParaRPr sz="1234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52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Operações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6" name="Google Shape;516;p52"/>
          <p:cNvSpPr txBox="1"/>
          <p:nvPr/>
        </p:nvSpPr>
        <p:spPr>
          <a:xfrm>
            <a:off x="519600" y="1165375"/>
            <a:ext cx="7837800" cy="281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Contrações (Unir tensores em blocos);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○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Sequência de contrações garante resultado mais ou menos custoso;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Decomposição (Inverso da contração);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○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SVD;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○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QR;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Existem também outras operações como Slicing → Possibilita paralelização.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1" name="Google Shape;521;p53" title="t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7050" y="302488"/>
            <a:ext cx="7343775" cy="4219575"/>
          </a:xfrm>
          <a:prstGeom prst="rect">
            <a:avLst/>
          </a:prstGeom>
          <a:noFill/>
          <a:ln>
            <a:noFill/>
          </a:ln>
        </p:spPr>
      </p:pic>
      <p:sp>
        <p:nvSpPr>
          <p:cNvPr id="522" name="Google Shape;522;p53"/>
          <p:cNvSpPr txBox="1"/>
          <p:nvPr/>
        </p:nvSpPr>
        <p:spPr>
          <a:xfrm>
            <a:off x="2980625" y="452207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	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arXiv:2007.14822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7" name="Google Shape;527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7350" y="685463"/>
            <a:ext cx="7643200" cy="3772576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54"/>
          <p:cNvSpPr txBox="1"/>
          <p:nvPr/>
        </p:nvSpPr>
        <p:spPr>
          <a:xfrm>
            <a:off x="2790150" y="450402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Nvidia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3" name="Google Shape;533;p55" title="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6251" y="1204475"/>
            <a:ext cx="3988799" cy="1560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55" title="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18951" y="1204475"/>
            <a:ext cx="4026422" cy="1560625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55"/>
          <p:cNvSpPr txBox="1"/>
          <p:nvPr/>
        </p:nvSpPr>
        <p:spPr>
          <a:xfrm>
            <a:off x="2743200" y="324390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	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arXiv:2007.14822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56"/>
          <p:cNvSpPr txBox="1"/>
          <p:nvPr/>
        </p:nvSpPr>
        <p:spPr>
          <a:xfrm>
            <a:off x="2871775" y="437790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ão 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própria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Excalidraw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e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41" name="Google Shape;541;p5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5250" y="638950"/>
            <a:ext cx="4107900" cy="147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2" name="Google Shape;542;p56" title="Wed Apr  8 03:19:35 PM -03 2026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55250" y="2824800"/>
            <a:ext cx="2057400" cy="838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3" name="Google Shape;543;p56" title="Wed Apr  8 03:26:19 PM -03 2026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34113" y="945800"/>
            <a:ext cx="1209675" cy="85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4" name="Google Shape;544;p56" title="Wed Apr  8 03:26:23 PM -03 2026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343800" y="874362"/>
            <a:ext cx="2333625" cy="100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5" name="Google Shape;545;p56" title="Wed Apr  8 03:31:02 PM -03 2026.png"/>
          <p:cNvPicPr preferRelativeResize="0"/>
          <p:nvPr/>
        </p:nvPicPr>
        <p:blipFill rotWithShape="1">
          <a:blip r:embed="rId9">
            <a:alphaModFix/>
          </a:blip>
          <a:srcRect b="7362" l="2714" r="1739" t="5613"/>
          <a:stretch/>
        </p:blipFill>
        <p:spPr>
          <a:xfrm>
            <a:off x="2842612" y="2743825"/>
            <a:ext cx="3628268" cy="10001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46" name="Google Shape;546;p56"/>
          <p:cNvCxnSpPr>
            <a:stCxn id="542" idx="3"/>
            <a:endCxn id="545" idx="1"/>
          </p:cNvCxnSpPr>
          <p:nvPr/>
        </p:nvCxnSpPr>
        <p:spPr>
          <a:xfrm>
            <a:off x="2512650" y="3243900"/>
            <a:ext cx="3300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547" name="Google Shape;547;p56" title="Wed Apr  8 03:34:00 PM -03 2026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6800825" y="2734312"/>
            <a:ext cx="1790700" cy="1019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48" name="Google Shape;548;p56"/>
          <p:cNvCxnSpPr/>
          <p:nvPr/>
        </p:nvCxnSpPr>
        <p:spPr>
          <a:xfrm>
            <a:off x="1031675" y="2115300"/>
            <a:ext cx="0" cy="7275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49" name="Google Shape;549;p56"/>
          <p:cNvCxnSpPr>
            <a:stCxn id="545" idx="3"/>
            <a:endCxn id="547" idx="1"/>
          </p:cNvCxnSpPr>
          <p:nvPr/>
        </p:nvCxnSpPr>
        <p:spPr>
          <a:xfrm>
            <a:off x="6470880" y="3243887"/>
            <a:ext cx="3300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57"/>
          <p:cNvSpPr txBox="1"/>
          <p:nvPr/>
        </p:nvSpPr>
        <p:spPr>
          <a:xfrm>
            <a:off x="519600" y="296875"/>
            <a:ext cx="81048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Custo de operações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5" name="Google Shape;555;p57"/>
          <p:cNvSpPr txBox="1"/>
          <p:nvPr/>
        </p:nvSpPr>
        <p:spPr>
          <a:xfrm>
            <a:off x="558450" y="1092475"/>
            <a:ext cx="4013700" cy="32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Medido em FLOPs;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Bond dimensions -&gt; principal contribuinte;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○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Máximo </a:t>
            </a:r>
            <a:r>
              <a:rPr i="1"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</a:t>
            </a: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que um index pode ser;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○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Representa a quantidade de entanglements;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Problema de otimização;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Análise espaço e tempo.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6" name="Google Shape;556;p57" title="Wed Apr  8 03:31:02 PM -03 2026.png"/>
          <p:cNvPicPr preferRelativeResize="0"/>
          <p:nvPr/>
        </p:nvPicPr>
        <p:blipFill rotWithShape="1">
          <a:blip r:embed="rId3">
            <a:alphaModFix/>
          </a:blip>
          <a:srcRect b="7362" l="2714" r="1739" t="5613"/>
          <a:stretch/>
        </p:blipFill>
        <p:spPr>
          <a:xfrm>
            <a:off x="4522975" y="1531098"/>
            <a:ext cx="4394251" cy="121126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57"/>
          <p:cNvSpPr txBox="1"/>
          <p:nvPr/>
        </p:nvSpPr>
        <p:spPr>
          <a:xfrm>
            <a:off x="4965851" y="2802856"/>
            <a:ext cx="3693900" cy="13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76075" lIns="76075" spcFirstLastPara="1" rIns="76075" wrap="square" tIns="760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15"/>
              <a:buFont typeface="Arial"/>
              <a:buNone/>
            </a:pPr>
            <a:r>
              <a:rPr lang="en" sz="233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 = 1; d = 2</a:t>
            </a:r>
            <a:endParaRPr b="1" sz="233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O(d) * O(d) = O(d</a:t>
            </a:r>
            <a:r>
              <a:rPr b="1" baseline="30000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2</a:t>
            </a:r>
            <a:r>
              <a:rPr b="1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b="1" sz="233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FLOPs = d (2d - 1)</a:t>
            </a:r>
            <a:endParaRPr b="1" sz="233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" name="Google Shape;562;p58" title="Thu Apr  2 04:09:10 PM -03 20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7276" y="1753088"/>
            <a:ext cx="3102525" cy="874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3" name="Google Shape;563;p58" title="Thu Apr  2 04:12:24 PM -03 2026.png"/>
          <p:cNvPicPr preferRelativeResize="0"/>
          <p:nvPr/>
        </p:nvPicPr>
        <p:blipFill rotWithShape="1">
          <a:blip r:embed="rId4">
            <a:alphaModFix/>
          </a:blip>
          <a:srcRect b="0" l="0" r="9314" t="0"/>
          <a:stretch/>
        </p:blipFill>
        <p:spPr>
          <a:xfrm>
            <a:off x="3978850" y="1055025"/>
            <a:ext cx="2059825" cy="746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" name="Google Shape;564;p58" title="Thu Apr  2 04:12:28 PM -03 2026.png"/>
          <p:cNvPicPr preferRelativeResize="0"/>
          <p:nvPr/>
        </p:nvPicPr>
        <p:blipFill rotWithShape="1">
          <a:blip r:embed="rId5">
            <a:alphaModFix/>
          </a:blip>
          <a:srcRect b="0" l="2763" r="2621" t="0"/>
          <a:stretch/>
        </p:blipFill>
        <p:spPr>
          <a:xfrm>
            <a:off x="6570275" y="1022550"/>
            <a:ext cx="2267350" cy="811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65" name="Google Shape;565;p58"/>
          <p:cNvCxnSpPr>
            <a:stCxn id="562" idx="3"/>
            <a:endCxn id="563" idx="1"/>
          </p:cNvCxnSpPr>
          <p:nvPr/>
        </p:nvCxnSpPr>
        <p:spPr>
          <a:xfrm flipH="1" rot="10800000">
            <a:off x="3279800" y="1428150"/>
            <a:ext cx="699000" cy="7623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66" name="Google Shape;566;p58"/>
          <p:cNvSpPr txBox="1"/>
          <p:nvPr/>
        </p:nvSpPr>
        <p:spPr>
          <a:xfrm>
            <a:off x="2696250" y="4636625"/>
            <a:ext cx="3657600" cy="34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	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arXiv:2001.08063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567" name="Google Shape;567;p58"/>
          <p:cNvCxnSpPr>
            <a:stCxn id="563" idx="3"/>
            <a:endCxn id="564" idx="1"/>
          </p:cNvCxnSpPr>
          <p:nvPr/>
        </p:nvCxnSpPr>
        <p:spPr>
          <a:xfrm>
            <a:off x="6038675" y="1428263"/>
            <a:ext cx="5316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568" name="Google Shape;568;p58" title="Thu Apr  2 04:16:53 PM -03 2026.png"/>
          <p:cNvPicPr preferRelativeResize="0"/>
          <p:nvPr/>
        </p:nvPicPr>
        <p:blipFill rotWithShape="1">
          <a:blip r:embed="rId7">
            <a:alphaModFix/>
          </a:blip>
          <a:srcRect b="0" l="0" r="6551" t="0"/>
          <a:stretch/>
        </p:blipFill>
        <p:spPr>
          <a:xfrm>
            <a:off x="3010325" y="2724325"/>
            <a:ext cx="2901725" cy="847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9" name="Google Shape;569;p58" title="Thu Apr  2 04:16:58 PM -03 2026.png"/>
          <p:cNvPicPr preferRelativeResize="0"/>
          <p:nvPr/>
        </p:nvPicPr>
        <p:blipFill rotWithShape="1">
          <a:blip r:embed="rId8">
            <a:alphaModFix/>
          </a:blip>
          <a:srcRect b="0" l="3305" r="3594" t="0"/>
          <a:stretch/>
        </p:blipFill>
        <p:spPr>
          <a:xfrm>
            <a:off x="6250150" y="2748138"/>
            <a:ext cx="2802300" cy="8001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70" name="Google Shape;570;p58"/>
          <p:cNvCxnSpPr>
            <a:stCxn id="562" idx="3"/>
            <a:endCxn id="568" idx="0"/>
          </p:cNvCxnSpPr>
          <p:nvPr/>
        </p:nvCxnSpPr>
        <p:spPr>
          <a:xfrm>
            <a:off x="3279800" y="2190450"/>
            <a:ext cx="1181400" cy="5340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71" name="Google Shape;571;p58"/>
          <p:cNvCxnSpPr>
            <a:stCxn id="568" idx="3"/>
            <a:endCxn id="569" idx="1"/>
          </p:cNvCxnSpPr>
          <p:nvPr/>
        </p:nvCxnSpPr>
        <p:spPr>
          <a:xfrm>
            <a:off x="5912050" y="3148188"/>
            <a:ext cx="3381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72" name="Google Shape;572;p58"/>
          <p:cNvSpPr txBox="1"/>
          <p:nvPr/>
        </p:nvSpPr>
        <p:spPr>
          <a:xfrm>
            <a:off x="3801925" y="1940100"/>
            <a:ext cx="10575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lt1"/>
                </a:solidFill>
              </a:rPr>
              <a:t>JI</a:t>
            </a:r>
            <a:endParaRPr sz="2500">
              <a:solidFill>
                <a:schemeClr val="lt1"/>
              </a:solidFill>
            </a:endParaRPr>
          </a:p>
        </p:txBody>
      </p:sp>
      <p:sp>
        <p:nvSpPr>
          <p:cNvPr id="573" name="Google Shape;573;p58"/>
          <p:cNvSpPr txBox="1"/>
          <p:nvPr/>
        </p:nvSpPr>
        <p:spPr>
          <a:xfrm>
            <a:off x="2665200" y="1055025"/>
            <a:ext cx="10575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lt1"/>
                </a:solidFill>
              </a:rPr>
              <a:t>IJ</a:t>
            </a:r>
            <a:endParaRPr sz="2500">
              <a:solidFill>
                <a:schemeClr val="lt1"/>
              </a:solidFill>
            </a:endParaRPr>
          </a:p>
        </p:txBody>
      </p:sp>
      <p:pic>
        <p:nvPicPr>
          <p:cNvPr id="574" name="Google Shape;574;p58" title="differences.png"/>
          <p:cNvPicPr preferRelativeResize="0"/>
          <p:nvPr/>
        </p:nvPicPr>
        <p:blipFill rotWithShape="1">
          <a:blip r:embed="rId9">
            <a:alphaModFix/>
          </a:blip>
          <a:srcRect b="48837" l="3657" r="9052" t="42016"/>
          <a:stretch/>
        </p:blipFill>
        <p:spPr>
          <a:xfrm>
            <a:off x="3976425" y="529900"/>
            <a:ext cx="4656107" cy="34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5" name="Google Shape;575;p58" title="differences.png"/>
          <p:cNvPicPr preferRelativeResize="0"/>
          <p:nvPr/>
        </p:nvPicPr>
        <p:blipFill rotWithShape="1">
          <a:blip r:embed="rId9">
            <a:alphaModFix/>
          </a:blip>
          <a:srcRect b="19381" l="19392" r="19684" t="64030"/>
          <a:stretch/>
        </p:blipFill>
        <p:spPr>
          <a:xfrm>
            <a:off x="3450500" y="3698628"/>
            <a:ext cx="4170766" cy="811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59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Métodos para encontrar a sequência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1" name="Google Shape;581;p59"/>
          <p:cNvSpPr txBox="1"/>
          <p:nvPr/>
        </p:nvSpPr>
        <p:spPr>
          <a:xfrm>
            <a:off x="558450" y="1090675"/>
            <a:ext cx="7933200" cy="35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Greedy;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Algoritmos genéticos (métodos heurísticos);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Simulated annealing, Tabu Search, DFS, BFS (busca em grafos);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QuickBB;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Outros métodos que minimizam a função de custo.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60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Passos para Simular o Circuito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7" name="Google Shape;587;p60"/>
          <p:cNvSpPr txBox="1"/>
          <p:nvPr/>
        </p:nvSpPr>
        <p:spPr>
          <a:xfrm>
            <a:off x="558450" y="1090675"/>
            <a:ext cx="7933200" cy="326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AutoNum type="arabicPeriod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Definição da rede;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AutoNum type="arabicPeriod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SImplificação da rede;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AutoNum type="arabicPeriod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Busca pelo melhor caminho de contração;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AutoNum type="arabicPeriod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Aplicação das contrações → resultado.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Obs: Grafos são dispersos (circuitos não são completamente interligados)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61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Simplificação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3" name="Google Shape;593;p61"/>
          <p:cNvSpPr txBox="1"/>
          <p:nvPr/>
        </p:nvSpPr>
        <p:spPr>
          <a:xfrm>
            <a:off x="374800" y="948950"/>
            <a:ext cx="4497600" cy="39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●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Depende da estrutura da rede;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●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Simplificações -&gt; Absorção de tensors, SVD, Introdução de Hyperedges, etc. Tidos como ≈ O(1) (tempo);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●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Complexidade tempo: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○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O(d x n) ≈ O(n);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○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número</a:t>
            </a: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de passos d é geralmente pequeno;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○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nodes n é mais expressivo;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●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Espaço: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○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Uso de armazenamento reduz a cada iteração.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4" name="Google Shape;594;p61"/>
          <p:cNvSpPr txBox="1"/>
          <p:nvPr/>
        </p:nvSpPr>
        <p:spPr>
          <a:xfrm>
            <a:off x="5137478" y="4060589"/>
            <a:ext cx="3424500" cy="382200"/>
          </a:xfrm>
          <a:prstGeom prst="rect">
            <a:avLst/>
          </a:prstGeom>
          <a:noFill/>
          <a:ln>
            <a:noFill/>
          </a:ln>
        </p:spPr>
        <p:txBody>
          <a:bodyPr anchorCtr="0" anchor="t" bIns="85600" lIns="85600" spcFirstLastPara="1" rIns="85600" wrap="square" tIns="856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24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124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124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95" name="Google Shape;595;p61" title="Wed Apr 15 08:42:07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16375" y="1454975"/>
            <a:ext cx="3666708" cy="2241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62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Busca pelo melhor caminho de contração (Hyper-Par)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01" name="Google Shape;601;p62"/>
          <p:cNvSpPr txBox="1"/>
          <p:nvPr/>
        </p:nvSpPr>
        <p:spPr>
          <a:xfrm>
            <a:off x="558450" y="1323750"/>
            <a:ext cx="7933200" cy="303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Repartição de subárvores -&gt; KaHyPar;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Uso de outros algoritmos nas subárvores (Optimal ou Greedy);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Parâmetros de balanceamento (ε), repartições (k) e cut-off.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5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6" name="Google Shape;606;p63" title="Thu Apr  9 11:17:06 AM -03 20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91825" y="240225"/>
            <a:ext cx="4560351" cy="4314449"/>
          </a:xfrm>
          <a:prstGeom prst="rect">
            <a:avLst/>
          </a:prstGeom>
          <a:noFill/>
          <a:ln>
            <a:noFill/>
          </a:ln>
        </p:spPr>
      </p:pic>
      <p:sp>
        <p:nvSpPr>
          <p:cNvPr id="607" name="Google Shape;607;p63"/>
          <p:cNvSpPr txBox="1"/>
          <p:nvPr/>
        </p:nvSpPr>
        <p:spPr>
          <a:xfrm>
            <a:off x="2862800" y="4554675"/>
            <a:ext cx="3657600" cy="34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	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arXiv:2002.01935v4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608" name="Google Shape;608;p63"/>
          <p:cNvCxnSpPr/>
          <p:nvPr/>
        </p:nvCxnSpPr>
        <p:spPr>
          <a:xfrm rot="10800000">
            <a:off x="7137200" y="303075"/>
            <a:ext cx="31800" cy="4226400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09" name="Google Shape;609;p63"/>
          <p:cNvSpPr txBox="1"/>
          <p:nvPr/>
        </p:nvSpPr>
        <p:spPr>
          <a:xfrm>
            <a:off x="5295025" y="272550"/>
            <a:ext cx="917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Caminho 1</a:t>
            </a:r>
            <a:endParaRPr sz="12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10" name="Google Shape;610;p63"/>
          <p:cNvSpPr txBox="1"/>
          <p:nvPr/>
        </p:nvSpPr>
        <p:spPr>
          <a:xfrm>
            <a:off x="2472975" y="3383450"/>
            <a:ext cx="917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Caminho 2</a:t>
            </a:r>
            <a:endParaRPr sz="12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4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64" title="Thu Apr  9 12:54:17 PM -03 20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71371" y="995000"/>
            <a:ext cx="4201246" cy="3153499"/>
          </a:xfrm>
          <a:prstGeom prst="rect">
            <a:avLst/>
          </a:prstGeom>
          <a:noFill/>
          <a:ln>
            <a:noFill/>
          </a:ln>
        </p:spPr>
      </p:pic>
      <p:sp>
        <p:nvSpPr>
          <p:cNvPr id="616" name="Google Shape;616;p64"/>
          <p:cNvSpPr/>
          <p:nvPr/>
        </p:nvSpPr>
        <p:spPr>
          <a:xfrm>
            <a:off x="6961675" y="994925"/>
            <a:ext cx="263100" cy="31536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FF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17" name="Google Shape;617;p64"/>
          <p:cNvSpPr/>
          <p:nvPr/>
        </p:nvSpPr>
        <p:spPr>
          <a:xfrm>
            <a:off x="2329800" y="3070150"/>
            <a:ext cx="4440600" cy="558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18" name="Google Shape;618;p64"/>
          <p:cNvSpPr txBox="1"/>
          <p:nvPr/>
        </p:nvSpPr>
        <p:spPr>
          <a:xfrm>
            <a:off x="924900" y="2913400"/>
            <a:ext cx="1404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Cut-off ou |V| = 1</a:t>
            </a:r>
            <a:endParaRPr b="1" sz="12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19" name="Google Shape;619;p64"/>
          <p:cNvSpPr txBox="1"/>
          <p:nvPr/>
        </p:nvSpPr>
        <p:spPr>
          <a:xfrm>
            <a:off x="2743200" y="463427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Mermaid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20" name="Google Shape;620;p64"/>
          <p:cNvSpPr txBox="1"/>
          <p:nvPr/>
        </p:nvSpPr>
        <p:spPr>
          <a:xfrm>
            <a:off x="3765750" y="457200"/>
            <a:ext cx="1706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Todo o Grafo</a:t>
            </a:r>
            <a:endParaRPr b="1" sz="20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21" name="Google Shape;621;p64"/>
          <p:cNvSpPr txBox="1"/>
          <p:nvPr/>
        </p:nvSpPr>
        <p:spPr>
          <a:xfrm>
            <a:off x="3696900" y="4193700"/>
            <a:ext cx="1706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Partições</a:t>
            </a:r>
            <a:endParaRPr b="1" sz="20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22" name="Google Shape;622;p64"/>
          <p:cNvSpPr txBox="1"/>
          <p:nvPr/>
        </p:nvSpPr>
        <p:spPr>
          <a:xfrm>
            <a:off x="623400" y="799375"/>
            <a:ext cx="17064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Esse é o caminho das contrações.</a:t>
            </a:r>
            <a:endParaRPr sz="16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Melhor repartição dará o melhor caminho.</a:t>
            </a:r>
            <a:endParaRPr sz="16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65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Hyper-Par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8" name="Google Shape;628;p65"/>
          <p:cNvSpPr txBox="1"/>
          <p:nvPr/>
        </p:nvSpPr>
        <p:spPr>
          <a:xfrm>
            <a:off x="558450" y="948950"/>
            <a:ext cx="7933200" cy="39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●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Usar a recursão e ajuste de parâmetros;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○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Pega samples dos resultados e o menor custo “ganha”;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○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Minimização do corte (menos indices);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●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Gera problemas tão pequenos que algoritmos exatos são rápidos;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●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</a:t>
            </a: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tiliza de algoritmos óptimos para criar o restante;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●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Resultados próximos ao ótimo relativamente rápido.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66"/>
          <p:cNvSpPr txBox="1"/>
          <p:nvPr/>
        </p:nvSpPr>
        <p:spPr>
          <a:xfrm>
            <a:off x="4891288" y="41860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34" name="Google Shape;634;p66"/>
          <p:cNvSpPr txBox="1"/>
          <p:nvPr/>
        </p:nvSpPr>
        <p:spPr>
          <a:xfrm>
            <a:off x="558200" y="861825"/>
            <a:ext cx="4162800" cy="358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Testa combinações de parâmetros;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Tempo: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O(k * ε * cut * (V + cost));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2" marL="13716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■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O(V + cost);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Partition é a parte mais custosa;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Espaço: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O(n) → (O(G) = O(n)).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35" name="Google Shape;635;p66"/>
          <p:cNvSpPr txBox="1"/>
          <p:nvPr/>
        </p:nvSpPr>
        <p:spPr>
          <a:xfrm>
            <a:off x="519600" y="228600"/>
            <a:ext cx="8104800" cy="71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Hyper-Par Algoritmo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6" name="Google Shape;636;p66" title="Wed Apr 15 08:42:30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62725" y="1463438"/>
            <a:ext cx="3714750" cy="220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67"/>
          <p:cNvSpPr txBox="1"/>
          <p:nvPr/>
        </p:nvSpPr>
        <p:spPr>
          <a:xfrm>
            <a:off x="4816100" y="419300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42" name="Google Shape;642;p67"/>
          <p:cNvSpPr txBox="1"/>
          <p:nvPr/>
        </p:nvSpPr>
        <p:spPr>
          <a:xfrm>
            <a:off x="366825" y="598075"/>
            <a:ext cx="4696800" cy="38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937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Urbanist"/>
              <a:buChar char="●"/>
            </a:pP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Custo cresce exponencialmente com o número de indices;</a:t>
            </a:r>
            <a:endParaRPr sz="2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937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Urbanist"/>
              <a:buChar char="●"/>
            </a:pP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tempo:</a:t>
            </a:r>
            <a:endParaRPr sz="2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937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Urbanist"/>
              <a:buChar char="○"/>
            </a:pP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O(n) → sendo n a quantidade de nós.</a:t>
            </a:r>
            <a:endParaRPr sz="2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937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Urbanist"/>
              <a:buChar char="●"/>
            </a:pP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Espaço:</a:t>
            </a:r>
            <a:endParaRPr sz="2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937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Urbanist"/>
              <a:buChar char="○"/>
            </a:pP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O(1) → valor constante retornado.</a:t>
            </a:r>
            <a:endParaRPr sz="2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43" name="Google Shape;643;p67" title="Wed Apr 15 08:42:57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21175" y="384550"/>
            <a:ext cx="3397833" cy="3736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68"/>
          <p:cNvSpPr txBox="1"/>
          <p:nvPr/>
        </p:nvSpPr>
        <p:spPr>
          <a:xfrm>
            <a:off x="4891288" y="40903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49" name="Google Shape;649;p68"/>
          <p:cNvSpPr txBox="1"/>
          <p:nvPr/>
        </p:nvSpPr>
        <p:spPr>
          <a:xfrm>
            <a:off x="431850" y="511250"/>
            <a:ext cx="4423800" cy="38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Criação da árvore via recursão (bipartição);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Tempo: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KaHyPar sempre executa;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Opt é custoso (quando n grande → não deve acontecer);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j * 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O(KaHyPar)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+ h* O(Opt)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2" marL="13716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■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O(KaHyPar);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Espaço: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Children é o principal;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50" name="Google Shape;650;p68" title="Wed Apr 15 08:43:32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31850" y="349700"/>
            <a:ext cx="3983551" cy="3740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69"/>
          <p:cNvSpPr txBox="1"/>
          <p:nvPr/>
        </p:nvSpPr>
        <p:spPr>
          <a:xfrm>
            <a:off x="4985238" y="447957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56" name="Google Shape;656;p69"/>
          <p:cNvSpPr txBox="1"/>
          <p:nvPr/>
        </p:nvSpPr>
        <p:spPr>
          <a:xfrm>
            <a:off x="431850" y="871475"/>
            <a:ext cx="4735500" cy="39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●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Calcula o custo de cada nó (tamanho do tensor);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●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Dá uma probabilidade para ter a chance de escolher um pior → fugir do local optima;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●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tempo: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○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O(n³);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●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Espaço: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○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</a:t>
            </a:r>
            <a:r>
              <a:rPr baseline="30000"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2</a:t>
            </a: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 → pares;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●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Por isso n deve ser pequeno.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57" name="Google Shape;657;p69"/>
          <p:cNvSpPr txBox="1"/>
          <p:nvPr/>
        </p:nvSpPr>
        <p:spPr>
          <a:xfrm>
            <a:off x="287100" y="149400"/>
            <a:ext cx="7479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Hyper-Greedy Opt.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58" name="Google Shape;658;p69" title="Wed Apr 15 08:44:00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87675" y="397375"/>
            <a:ext cx="2852750" cy="4013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70"/>
          <p:cNvSpPr txBox="1"/>
          <p:nvPr/>
        </p:nvSpPr>
        <p:spPr>
          <a:xfrm>
            <a:off x="781175" y="738775"/>
            <a:ext cx="3537000" cy="35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64" name="Google Shape;664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18150" y="1574563"/>
            <a:ext cx="4521026" cy="1994382"/>
          </a:xfrm>
          <a:prstGeom prst="rect">
            <a:avLst/>
          </a:prstGeom>
          <a:noFill/>
          <a:ln>
            <a:noFill/>
          </a:ln>
        </p:spPr>
      </p:pic>
      <p:sp>
        <p:nvSpPr>
          <p:cNvPr id="665" name="Google Shape;665;p70"/>
          <p:cNvSpPr txBox="1"/>
          <p:nvPr/>
        </p:nvSpPr>
        <p:spPr>
          <a:xfrm>
            <a:off x="4749875" y="35323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ResearchGate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66" name="Google Shape;666;p70"/>
          <p:cNvSpPr txBox="1"/>
          <p:nvPr/>
        </p:nvSpPr>
        <p:spPr>
          <a:xfrm>
            <a:off x="366825" y="413350"/>
            <a:ext cx="4205100" cy="391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Multilevel graph partitioning (KaHyPar);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AutoNum type="arabicPeriod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Reduz o grafo;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AutoNum type="arabicPeriod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Particiona;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AutoNum type="arabicPeriod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Realiza o caminho inverso;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Usa m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ú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lti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plos algoritmos (Portifólio);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Hypergraphs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Pode usar pré-processamento e otimizações.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71"/>
          <p:cNvSpPr txBox="1"/>
          <p:nvPr/>
        </p:nvSpPr>
        <p:spPr>
          <a:xfrm>
            <a:off x="781175" y="738775"/>
            <a:ext cx="3537000" cy="35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72" name="Google Shape;672;p71"/>
          <p:cNvSpPr txBox="1"/>
          <p:nvPr/>
        </p:nvSpPr>
        <p:spPr>
          <a:xfrm>
            <a:off x="366825" y="228600"/>
            <a:ext cx="4464900" cy="465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Reduz o grafo contraindo os nós;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13716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Fase de Coarsening;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Faz shuffle dos nós para ser mais “justo”;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Procura por pequenos clusters;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Para com algum critério 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específico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(não há mais nós, antingiru certo tamanho, etc.);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73" name="Google Shape;673;p71"/>
          <p:cNvSpPr txBox="1"/>
          <p:nvPr/>
        </p:nvSpPr>
        <p:spPr>
          <a:xfrm>
            <a:off x="4985238" y="447957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74" name="Google Shape;674;p71" title="Wed Apr 15 08:45:32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85250" y="240200"/>
            <a:ext cx="4007474" cy="4091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p72"/>
          <p:cNvSpPr txBox="1"/>
          <p:nvPr/>
        </p:nvSpPr>
        <p:spPr>
          <a:xfrm>
            <a:off x="4891288" y="46509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80" name="Google Shape;680;p72"/>
          <p:cNvSpPr txBox="1"/>
          <p:nvPr/>
        </p:nvSpPr>
        <p:spPr>
          <a:xfrm>
            <a:off x="1331950" y="443350"/>
            <a:ext cx="2711100" cy="9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O(e</a:t>
            </a:r>
            <a:r>
              <a:rPr baseline="-25000"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</a:t>
            </a: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v</a:t>
            </a:r>
            <a:r>
              <a:rPr baseline="-25000"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</a:t>
            </a: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sz="2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O(g) </a:t>
            </a:r>
            <a:endParaRPr sz="2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81" name="Google Shape;681;p72"/>
          <p:cNvSpPr txBox="1"/>
          <p:nvPr/>
        </p:nvSpPr>
        <p:spPr>
          <a:xfrm>
            <a:off x="933000" y="2153100"/>
            <a:ext cx="33327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</a:t>
            </a: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O(e</a:t>
            </a:r>
            <a:r>
              <a:rPr baseline="-25000"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= e</a:t>
            </a:r>
            <a:r>
              <a:rPr baseline="-25000"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</a:t>
            </a: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+e</a:t>
            </a:r>
            <a:r>
              <a:rPr baseline="-25000"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</a:t>
            </a: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sz="2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O(e</a:t>
            </a:r>
            <a:r>
              <a:rPr baseline="-25000"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sz="2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82" name="Google Shape;682;p72"/>
          <p:cNvSpPr txBox="1"/>
          <p:nvPr/>
        </p:nvSpPr>
        <p:spPr>
          <a:xfrm>
            <a:off x="891550" y="3456050"/>
            <a:ext cx="31515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</a:t>
            </a:r>
            <a:r>
              <a:rPr lang="en" sz="2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O(e</a:t>
            </a:r>
            <a:r>
              <a:rPr baseline="-25000" lang="en" sz="2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</a:t>
            </a:r>
            <a:r>
              <a:rPr lang="en" sz="2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sz="2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→ Diminui</a:t>
            </a:r>
            <a:endParaRPr sz="2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683" name="Google Shape;683;p72"/>
          <p:cNvCxnSpPr/>
          <p:nvPr/>
        </p:nvCxnSpPr>
        <p:spPr>
          <a:xfrm flipH="1" rot="10800000">
            <a:off x="3492825" y="3620275"/>
            <a:ext cx="1786200" cy="936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684" name="Google Shape;684;p72" title="Thu Apr 16 11:19:44 A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28950" y="194150"/>
            <a:ext cx="2242450" cy="443630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85" name="Google Shape;685;p72"/>
          <p:cNvCxnSpPr/>
          <p:nvPr/>
        </p:nvCxnSpPr>
        <p:spPr>
          <a:xfrm flipH="1" rot="10800000">
            <a:off x="4043050" y="972875"/>
            <a:ext cx="1794300" cy="798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86" name="Google Shape;686;p72"/>
          <p:cNvCxnSpPr/>
          <p:nvPr/>
        </p:nvCxnSpPr>
        <p:spPr>
          <a:xfrm flipH="1" rot="10800000">
            <a:off x="3875575" y="2448325"/>
            <a:ext cx="1642200" cy="78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0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73"/>
          <p:cNvSpPr txBox="1"/>
          <p:nvPr/>
        </p:nvSpPr>
        <p:spPr>
          <a:xfrm>
            <a:off x="781175" y="738775"/>
            <a:ext cx="3537000" cy="35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92" name="Google Shape;692;p73"/>
          <p:cNvSpPr txBox="1"/>
          <p:nvPr/>
        </p:nvSpPr>
        <p:spPr>
          <a:xfrm>
            <a:off x="366825" y="228600"/>
            <a:ext cx="4464900" cy="465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n=nodes; g=neighbors; e=edges; v=vertices;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 * 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( e</a:t>
            </a:r>
            <a:r>
              <a:rPr baseline="-25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v</a:t>
            </a:r>
            <a:r>
              <a:rPr baseline="-25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+ ge</a:t>
            </a:r>
            <a:r>
              <a:rPr baseline="-25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+ e</a:t>
            </a:r>
            <a:r>
              <a:rPr baseline="-25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)) 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Todos os nós conectados (threshold alto):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</a:t>
            </a:r>
            <a:r>
              <a:rPr baseline="-25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=n; v</a:t>
            </a:r>
            <a:r>
              <a:rPr baseline="-25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=n; g=n-1; e</a:t>
            </a:r>
            <a:r>
              <a:rPr baseline="-25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=n; e</a:t>
            </a:r>
            <a:r>
              <a:rPr baseline="-25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=n;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</a:t>
            </a:r>
            <a:r>
              <a:rPr baseline="30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3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);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Caso mais real: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Todos os valores são pequenos, dado grafos mais esparsos (circuitos geralmente não são totalmente interligados) , pré-processados e threshold baixo;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→ O(n);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→ O(n).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93" name="Google Shape;693;p73"/>
          <p:cNvSpPr txBox="1"/>
          <p:nvPr/>
        </p:nvSpPr>
        <p:spPr>
          <a:xfrm>
            <a:off x="4985238" y="447957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94" name="Google Shape;694;p73" title="Wed Apr 15 08:45:32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85250" y="240200"/>
            <a:ext cx="4007474" cy="4091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9" name="Google Shape;699;p74" title="Wed Apr 15 08:47:56 PM -03 20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89350" y="317525"/>
            <a:ext cx="2726700" cy="4180158"/>
          </a:xfrm>
          <a:prstGeom prst="rect">
            <a:avLst/>
          </a:prstGeom>
          <a:noFill/>
          <a:ln>
            <a:noFill/>
          </a:ln>
        </p:spPr>
      </p:pic>
      <p:sp>
        <p:nvSpPr>
          <p:cNvPr id="700" name="Google Shape;700;p74"/>
          <p:cNvSpPr txBox="1"/>
          <p:nvPr/>
        </p:nvSpPr>
        <p:spPr>
          <a:xfrm>
            <a:off x="2982863" y="4605663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01" name="Google Shape;701;p74"/>
          <p:cNvSpPr txBox="1"/>
          <p:nvPr/>
        </p:nvSpPr>
        <p:spPr>
          <a:xfrm>
            <a:off x="4318200" y="1416750"/>
            <a:ext cx="17625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O(n log n)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O(n)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702" name="Google Shape;702;p74"/>
          <p:cNvCxnSpPr>
            <a:stCxn id="701" idx="2"/>
          </p:cNvCxnSpPr>
          <p:nvPr/>
        </p:nvCxnSpPr>
        <p:spPr>
          <a:xfrm>
            <a:off x="5199450" y="2001750"/>
            <a:ext cx="1291800" cy="1821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03" name="Google Shape;703;p74"/>
          <p:cNvSpPr txBox="1"/>
          <p:nvPr/>
        </p:nvSpPr>
        <p:spPr>
          <a:xfrm>
            <a:off x="228600" y="3863900"/>
            <a:ext cx="15246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</a:t>
            </a:r>
            <a:r>
              <a:rPr lang="en" sz="17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O(n)</a:t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O(n)</a:t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04" name="Google Shape;704;p74"/>
          <p:cNvSpPr txBox="1"/>
          <p:nvPr/>
        </p:nvSpPr>
        <p:spPr>
          <a:xfrm>
            <a:off x="103475" y="1801500"/>
            <a:ext cx="24306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</a:t>
            </a: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 log n) 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 O(n)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05" name="Google Shape;705;p74"/>
          <p:cNvSpPr txBox="1"/>
          <p:nvPr/>
        </p:nvSpPr>
        <p:spPr>
          <a:xfrm>
            <a:off x="228600" y="404425"/>
            <a:ext cx="2430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</a:t>
            </a:r>
            <a:r>
              <a:rPr lang="en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 log</a:t>
            </a:r>
            <a:r>
              <a:rPr baseline="30000" lang="en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2</a:t>
            </a:r>
            <a:r>
              <a:rPr lang="en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n)</a:t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O(n)</a:t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706" name="Google Shape;706;p74" title="Wed Apr 15 08:49:24 PM -03 2026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123538" y="88688"/>
            <a:ext cx="2168425" cy="451698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07" name="Google Shape;707;p74"/>
          <p:cNvCxnSpPr/>
          <p:nvPr/>
        </p:nvCxnSpPr>
        <p:spPr>
          <a:xfrm flipH="1" rot="10800000">
            <a:off x="1309788" y="2153078"/>
            <a:ext cx="986700" cy="1608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08" name="Google Shape;708;p74"/>
          <p:cNvCxnSpPr/>
          <p:nvPr/>
        </p:nvCxnSpPr>
        <p:spPr>
          <a:xfrm>
            <a:off x="1699800" y="757575"/>
            <a:ext cx="517200" cy="1515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09" name="Google Shape;709;p74"/>
          <p:cNvCxnSpPr>
            <a:stCxn id="703" idx="3"/>
          </p:cNvCxnSpPr>
          <p:nvPr/>
        </p:nvCxnSpPr>
        <p:spPr>
          <a:xfrm flipH="1" rot="10800000">
            <a:off x="1753200" y="4067000"/>
            <a:ext cx="511500" cy="1509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10" name="Google Shape;710;p74"/>
          <p:cNvSpPr txBox="1"/>
          <p:nvPr/>
        </p:nvSpPr>
        <p:spPr>
          <a:xfrm>
            <a:off x="228600" y="2838900"/>
            <a:ext cx="1645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Considerando coarsening ≈ 1/2</a:t>
            </a:r>
            <a:r>
              <a:rPr b="1" baseline="30000" lang="en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k</a:t>
            </a:r>
            <a:endParaRPr b="1" baseline="300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4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p75"/>
          <p:cNvSpPr txBox="1"/>
          <p:nvPr/>
        </p:nvSpPr>
        <p:spPr>
          <a:xfrm>
            <a:off x="781175" y="738775"/>
            <a:ext cx="3537000" cy="35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16" name="Google Shape;716;p75"/>
          <p:cNvSpPr txBox="1"/>
          <p:nvPr/>
        </p:nvSpPr>
        <p:spPr>
          <a:xfrm>
            <a:off x="366825" y="406700"/>
            <a:ext cx="8359500" cy="44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A contração segue a árvore criada;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→ O(n * 2</a:t>
            </a:r>
            <a:r>
              <a:rPr baseline="30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D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 sendo n o número de nós e D a dimensão de ligação dos tensors;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→ O(2</a:t>
            </a:r>
            <a:r>
              <a:rPr baseline="30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D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 para o armazenamento dos tensors.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17" name="Google Shape;717;p75"/>
          <p:cNvSpPr txBox="1"/>
          <p:nvPr/>
        </p:nvSpPr>
        <p:spPr>
          <a:xfrm>
            <a:off x="1491237" y="4479575"/>
            <a:ext cx="71517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e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Mermaid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718" name="Google Shape;718;p75" title="Thu Apr  9 12:54:17 PM -03 2026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83899" y="1930300"/>
            <a:ext cx="2931550" cy="22004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19" name="Google Shape;719;p75"/>
          <p:cNvCxnSpPr/>
          <p:nvPr/>
        </p:nvCxnSpPr>
        <p:spPr>
          <a:xfrm rot="10800000">
            <a:off x="933000" y="2041525"/>
            <a:ext cx="0" cy="19377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720" name="Google Shape;720;p75" title="Wed Apr 15 08:35:56 PM -03 2026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831725" y="1977652"/>
            <a:ext cx="3894650" cy="1769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4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p76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Considerações Finais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6" name="Google Shape;726;p76"/>
          <p:cNvSpPr txBox="1"/>
          <p:nvPr/>
        </p:nvSpPr>
        <p:spPr>
          <a:xfrm>
            <a:off x="558450" y="940975"/>
            <a:ext cx="7926300" cy="34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Inter"/>
              <a:buChar char="●"/>
            </a:pP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Para encontrar o melhor caminho o limitante é o KaHyPar ≈ O(n log² n) do qual é repetido </a:t>
            </a: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múltiplas</a:t>
            </a: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vezes;</a:t>
            </a:r>
            <a:endParaRPr sz="2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Inter"/>
              <a:buChar char="●"/>
            </a:pP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Hyper-Par é limitado pelo tamanho dos tensors durante a contração;</a:t>
            </a:r>
            <a:endParaRPr sz="2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Inter"/>
              <a:buChar char="●"/>
            </a:pP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Quando D é pequeno o tensor é menos disperso então KaHyPar é o maior peso.</a:t>
            </a:r>
            <a:endParaRPr sz="2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Inter"/>
              <a:buChar char="●"/>
            </a:pP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Em espaço o algoritmo consome no pior caso O(2</a:t>
            </a:r>
            <a:r>
              <a:rPr baseline="30000"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</a:t>
            </a: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). Quando D é pequeno O(n);</a:t>
            </a:r>
            <a:endParaRPr sz="2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Inter"/>
              <a:buChar char="●"/>
            </a:pP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Uso de Paralelização e aceleradores;</a:t>
            </a:r>
            <a:endParaRPr sz="2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Inter"/>
              <a:buChar char="●"/>
            </a:pP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Uso de </a:t>
            </a: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múltiplas</a:t>
            </a: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funções de otimização.</a:t>
            </a:r>
            <a:endParaRPr sz="2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77"/>
          <p:cNvSpPr txBox="1"/>
          <p:nvPr/>
        </p:nvSpPr>
        <p:spPr>
          <a:xfrm>
            <a:off x="519600" y="853650"/>
            <a:ext cx="49356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Repositório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32" name="Google Shape;732;p77"/>
          <p:cNvSpPr txBox="1"/>
          <p:nvPr/>
        </p:nvSpPr>
        <p:spPr>
          <a:xfrm>
            <a:off x="571800" y="1983100"/>
            <a:ext cx="4831200" cy="18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u="sng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https://github.com/Dpbm/mestrado-aulas/tree/main/algoritmos/projeto-seminario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733" name="Google Shape;733;p77" title="qrcode_github.co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55200" y="853650"/>
            <a:ext cx="3436200" cy="343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78"/>
          <p:cNvSpPr txBox="1"/>
          <p:nvPr/>
        </p:nvSpPr>
        <p:spPr>
          <a:xfrm>
            <a:off x="385950" y="96475"/>
            <a:ext cx="77634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Referências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39" name="Google Shape;739;p78"/>
          <p:cNvSpPr txBox="1"/>
          <p:nvPr/>
        </p:nvSpPr>
        <p:spPr>
          <a:xfrm>
            <a:off x="385950" y="504700"/>
            <a:ext cx="8529600" cy="4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FISHMAN, M.; WHITE, S.; STOUDENMIRE, E. The ITensor Software Library for Tensor Network Calculations. SciPost Physics Codebases, p. 004, 23 ago. 2022.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Overview — NVIDIA cuQuantum 23.06.0 documentation. Disponível em: &lt;https://docs.nvidia.com/cuda/cuquantum/23.06.0/cutensornet/overview.html&gt;. Acesso em: 4 abr. 2026.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SCHINDLER, F.; JERMYN, A. S. Algorithms for tensor network contraction ordering. Machine Learning: Science and Technology, v. 1, n. 3, p. 035001, 2 jul. 2020.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BRIDGEMAN, J. C.; CHUBB, C. T. Hand-waving and interpretive dance: an introductory course on tensor networks. v. 50, n. 22, p. 223001–223001, 9 mar. 2016.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NGUYEN, T. et al. Tensor Network Quantum Virtual Machine for Simulating Quantum Circuits at Exascale. ACM Transactions on Quantum Computing, v. 4, n. 1, p. 1–21, 21 out. 2022.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ORÚS, R. A practical introduction to tensor networks: Matrix product states and projected entangled pair states. Annals of Physics, v. 349, p. 117–158, out. 2014.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GRAY, J.; KOURTIS, S. Hyper-optimized tensor network contraction. Quantum, v. 5, p. 410, 15 mar. 2021.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SCHLAG, S. et al. High-Quality Hypergraph Partitioning. ACM Journal of Experimental Algorithmics, v. 27, p. 1–39, 21 abr. 2022.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ark Particles">
  <a:themeElements>
    <a:clrScheme name="Simple Light">
      <a:dk1>
        <a:srgbClr val="000000"/>
      </a:dk1>
      <a:lt1>
        <a:srgbClr val="FFFFFF"/>
      </a:lt1>
      <a:dk2>
        <a:srgbClr val="F5F5F5"/>
      </a:dk2>
      <a:lt2>
        <a:srgbClr val="323232"/>
      </a:lt2>
      <a:accent1>
        <a:srgbClr val="434343"/>
      </a:accent1>
      <a:accent2>
        <a:srgbClr val="252525"/>
      </a:accent2>
      <a:accent3>
        <a:srgbClr val="DEFF9A"/>
      </a:accent3>
      <a:accent4>
        <a:srgbClr val="DAFFDE"/>
      </a:accent4>
      <a:accent5>
        <a:srgbClr val="4CDC8B"/>
      </a:accent5>
      <a:accent6>
        <a:srgbClr val="4C7FDC"/>
      </a:accent6>
      <a:hlink>
        <a:srgbClr val="18181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